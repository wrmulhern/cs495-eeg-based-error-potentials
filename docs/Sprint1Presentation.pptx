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70" r:id="rId3"/>
    <p:sldId id="258" r:id="rId4"/>
    <p:sldId id="259" r:id="rId5"/>
    <p:sldId id="267" r:id="rId6"/>
    <p:sldId id="260" r:id="rId7"/>
    <p:sldId id="265" r:id="rId8"/>
    <p:sldId id="261" r:id="rId9"/>
    <p:sldId id="262" r:id="rId10"/>
    <p:sldId id="269" r:id="rId11"/>
    <p:sldId id="264" r:id="rId12"/>
    <p:sldId id="263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A4D"/>
    <a:srgbClr val="24394C"/>
    <a:srgbClr val="243A4E"/>
    <a:srgbClr val="253B4E"/>
    <a:srgbClr val="18242E"/>
    <a:srgbClr val="131B21"/>
    <a:srgbClr val="284058"/>
    <a:srgbClr val="2A4359"/>
    <a:srgbClr val="3C5F7F"/>
    <a:srgbClr val="2135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469B5-1722-07A8-4715-25021C8AB02E}" v="152" dt="2026-02-23T19:25:05.092"/>
    <p1510:client id="{2116E04A-D9A0-49B0-CC21-E736F6B00D12}" v="2124" dt="2026-02-24T00:02:36.833"/>
    <p1510:client id="{3F391E33-D98A-5A05-CDB4-4CD1E400E477}" v="628" dt="2026-02-24T04:25:20.927"/>
    <p1510:client id="{492DA0A8-6315-A908-6F67-D320284A580B}" v="515" dt="2026-02-24T18:31:21.816"/>
    <p1510:client id="{5772B7B0-4636-80B5-7DF4-E619EBF8527F}" v="1035" dt="2026-02-24T03:16:55.309"/>
    <p1510:client id="{5B0B5A53-DEBF-91FA-1395-0321F8C78D39}" v="26" dt="2026-02-24T19:06:53.689"/>
    <p1510:client id="{67C07651-0E21-571D-D02E-364CB9EACFD2}" v="109" dt="2026-02-24T19:01:16.077"/>
    <p1510:client id="{86C9F4AB-3F09-161E-F552-8B1430992E05}" v="236" dt="2026-02-24T02:44:42.230"/>
    <p1510:client id="{931BFF1E-AE29-FC73-5B5B-AA36517EEA08}" v="491" dt="2026-02-23T22:38:47.997"/>
    <p1510:client id="{9A618D0A-A649-DECC-D05F-0C53032821BA}" v="366" dt="2026-02-24T06:20:45.758"/>
    <p1510:client id="{D0B9AD5C-E9EB-5BE3-D4EC-E103E476F8E0}" v="6" dt="2026-02-24T18:25:00.006"/>
    <p1510:client id="{EA69D73F-EEE3-78F0-E951-5263274FC022}" v="162" dt="2026-02-23T20:47:48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Kyemba" userId="S::snkyemba@crimson.ua.edu::856cebfb-c17b-4e23-a82a-83385d054bd5" providerId="AD" clId="Web-{D0B9AD5C-E9EB-5BE3-D4EC-E103E476F8E0}"/>
    <pc:docChg chg="modSld">
      <pc:chgData name="Sophia Kyemba" userId="S::snkyemba@crimson.ua.edu::856cebfb-c17b-4e23-a82a-83385d054bd5" providerId="AD" clId="Web-{D0B9AD5C-E9EB-5BE3-D4EC-E103E476F8E0}" dt="2026-02-24T18:25:00.006" v="5" actId="20577"/>
      <pc:docMkLst>
        <pc:docMk/>
      </pc:docMkLst>
      <pc:sldChg chg="modSp">
        <pc:chgData name="Sophia Kyemba" userId="S::snkyemba@crimson.ua.edu::856cebfb-c17b-4e23-a82a-83385d054bd5" providerId="AD" clId="Web-{D0B9AD5C-E9EB-5BE3-D4EC-E103E476F8E0}" dt="2026-02-24T18:25:00.006" v="5" actId="20577"/>
        <pc:sldMkLst>
          <pc:docMk/>
          <pc:sldMk cId="109857222" sldId="256"/>
        </pc:sldMkLst>
        <pc:spChg chg="mod">
          <ac:chgData name="Sophia Kyemba" userId="S::snkyemba@crimson.ua.edu::856cebfb-c17b-4e23-a82a-83385d054bd5" providerId="AD" clId="Web-{D0B9AD5C-E9EB-5BE3-D4EC-E103E476F8E0}" dt="2026-02-24T18:25:00.006" v="5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Alexander Steffey" userId="S::arsteffey@crimson.ua.edu::1a9f7020-75cb-4320-877d-6c5202743d75" providerId="AD" clId="Web-{5772B7B0-4636-80B5-7DF4-E619EBF8527F}"/>
    <pc:docChg chg="addSld delSld modSld sldOrd">
      <pc:chgData name="Alexander Steffey" userId="S::arsteffey@crimson.ua.edu::1a9f7020-75cb-4320-877d-6c5202743d75" providerId="AD" clId="Web-{5772B7B0-4636-80B5-7DF4-E619EBF8527F}" dt="2026-02-24T03:16:55.309" v="1105" actId="20577"/>
      <pc:docMkLst>
        <pc:docMk/>
      </pc:docMkLst>
      <pc:sldChg chg="addSp delSp modSp mod setBg">
        <pc:chgData name="Alexander Steffey" userId="S::arsteffey@crimson.ua.edu::1a9f7020-75cb-4320-877d-6c5202743d75" providerId="AD" clId="Web-{5772B7B0-4636-80B5-7DF4-E619EBF8527F}" dt="2026-02-24T03:05:33.205" v="1081"/>
        <pc:sldMkLst>
          <pc:docMk/>
          <pc:sldMk cId="109857222" sldId="256"/>
        </pc:sldMkLst>
        <pc:spChg chg="mod">
          <ac:chgData name="Alexander Steffey" userId="S::arsteffey@crimson.ua.edu::1a9f7020-75cb-4320-877d-6c5202743d75" providerId="AD" clId="Web-{5772B7B0-4636-80B5-7DF4-E619EBF8527F}" dt="2026-02-24T02:55:52.615" v="907" actId="20577"/>
          <ac:spMkLst>
            <pc:docMk/>
            <pc:sldMk cId="109857222" sldId="256"/>
            <ac:spMk id="2" creationId="{00000000-0000-0000-0000-000000000000}"/>
          </ac:spMkLst>
        </pc:spChg>
        <pc:spChg chg="add del mod">
          <ac:chgData name="Alexander Steffey" userId="S::arsteffey@crimson.ua.edu::1a9f7020-75cb-4320-877d-6c5202743d75" providerId="AD" clId="Web-{5772B7B0-4636-80B5-7DF4-E619EBF8527F}" dt="2026-02-24T02:55:57.365" v="908" actId="20577"/>
          <ac:spMkLst>
            <pc:docMk/>
            <pc:sldMk cId="109857222" sldId="256"/>
            <ac:spMk id="3" creationId="{00000000-0000-0000-0000-000000000000}"/>
          </ac:spMkLst>
        </pc:spChg>
        <pc:spChg chg="del mod">
          <ac:chgData name="Alexander Steffey" userId="S::arsteffey@crimson.ua.edu::1a9f7020-75cb-4320-877d-6c5202743d75" providerId="AD" clId="Web-{5772B7B0-4636-80B5-7DF4-E619EBF8527F}" dt="2026-02-24T02:36:56.332" v="693"/>
          <ac:spMkLst>
            <pc:docMk/>
            <pc:sldMk cId="109857222" sldId="256"/>
            <ac:spMk id="4" creationId="{504FD755-988B-D7E3-6D78-91D598686F78}"/>
          </ac:spMkLst>
        </pc:spChg>
        <pc:spChg chg="del mod">
          <ac:chgData name="Alexander Steffey" userId="S::arsteffey@crimson.ua.edu::1a9f7020-75cb-4320-877d-6c5202743d75" providerId="AD" clId="Web-{5772B7B0-4636-80B5-7DF4-E619EBF8527F}" dt="2026-02-24T02:37:01.504" v="696"/>
          <ac:spMkLst>
            <pc:docMk/>
            <pc:sldMk cId="109857222" sldId="256"/>
            <ac:spMk id="5" creationId="{8213F85F-3DD4-A697-9B30-1FA4B8FA7A97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46:48.567" v="765"/>
          <ac:spMkLst>
            <pc:docMk/>
            <pc:sldMk cId="109857222" sldId="256"/>
            <ac:spMk id="8" creationId="{6F5A5072-7B47-4D32-B52A-4EBBF590B8A5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46:48.567" v="765"/>
          <ac:spMkLst>
            <pc:docMk/>
            <pc:sldMk cId="109857222" sldId="256"/>
            <ac:spMk id="10" creationId="{9715DAF0-AE1B-46C9-8A6B-DB2AA05AB91D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46:48.567" v="765"/>
          <ac:spMkLst>
            <pc:docMk/>
            <pc:sldMk cId="109857222" sldId="256"/>
            <ac:spMk id="12" creationId="{6016219D-510E-4184-9090-6D5578A87BD1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46:48.567" v="765"/>
          <ac:spMkLst>
            <pc:docMk/>
            <pc:sldMk cId="109857222" sldId="256"/>
            <ac:spMk id="14" creationId="{AFF4A713-7B75-4B21-90D7-5AB19547C728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46:48.567" v="765"/>
          <ac:spMkLst>
            <pc:docMk/>
            <pc:sldMk cId="109857222" sldId="256"/>
            <ac:spMk id="16" creationId="{DC631C0B-6DA6-4E57-8231-CE32B3434A7E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47:46.037" v="777"/>
          <ac:spMkLst>
            <pc:docMk/>
            <pc:sldMk cId="109857222" sldId="256"/>
            <ac:spMk id="17" creationId="{10B5ECF9-E5A9-8752-4AFF-8DC9643F0DCF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46:48.567" v="765"/>
          <ac:spMkLst>
            <pc:docMk/>
            <pc:sldMk cId="109857222" sldId="256"/>
            <ac:spMk id="18" creationId="{C29501E6-A978-4A61-9689-9085AF97A53A}"/>
          </ac:spMkLst>
        </pc:spChg>
        <pc:spChg chg="add mod">
          <ac:chgData name="Alexander Steffey" userId="S::arsteffey@crimson.ua.edu::1a9f7020-75cb-4320-877d-6c5202743d75" providerId="AD" clId="Web-{5772B7B0-4636-80B5-7DF4-E619EBF8527F}" dt="2026-02-24T02:54:06.495" v="891" actId="20577"/>
          <ac:spMkLst>
            <pc:docMk/>
            <pc:sldMk cId="109857222" sldId="256"/>
            <ac:spMk id="19" creationId="{14A414C4-4A08-5214-57B0-4AE2F0AB1226}"/>
          </ac:spMkLst>
        </pc:spChg>
        <pc:spChg chg="add mod ord">
          <ac:chgData name="Alexander Steffey" userId="S::arsteffey@crimson.ua.edu::1a9f7020-75cb-4320-877d-6c5202743d75" providerId="AD" clId="Web-{5772B7B0-4636-80B5-7DF4-E619EBF8527F}" dt="2026-02-24T03:05:33.205" v="1081"/>
          <ac:spMkLst>
            <pc:docMk/>
            <pc:sldMk cId="109857222" sldId="256"/>
            <ac:spMk id="20" creationId="{6B861657-225E-70B8-65F8-CDCF9454F702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2:46:48.567" v="765"/>
          <ac:spMkLst>
            <pc:docMk/>
            <pc:sldMk cId="109857222" sldId="256"/>
            <ac:spMk id="23" creationId="{72018E1B-E0B9-4440-AFF3-4112E50A2763}"/>
          </ac:spMkLst>
        </pc:spChg>
        <pc:graphicFrameChg chg="add del mod">
          <ac:chgData name="Alexander Steffey" userId="S::arsteffey@crimson.ua.edu::1a9f7020-75cb-4320-877d-6c5202743d75" providerId="AD" clId="Web-{5772B7B0-4636-80B5-7DF4-E619EBF8527F}" dt="2026-02-23T17:45:01.909" v="64"/>
          <ac:graphicFrameMkLst>
            <pc:docMk/>
            <pc:sldMk cId="109857222" sldId="256"/>
            <ac:graphicFrameMk id="5" creationId="{1755BD2C-5108-87CF-8DBE-9D209B73EAFA}"/>
          </ac:graphicFrameMkLst>
        </pc:graphicFrameChg>
        <pc:picChg chg="add mod modCrop">
          <ac:chgData name="Alexander Steffey" userId="S::arsteffey@crimson.ua.edu::1a9f7020-75cb-4320-877d-6c5202743d75" providerId="AD" clId="Web-{5772B7B0-4636-80B5-7DF4-E619EBF8527F}" dt="2026-02-24T02:47:27.708" v="775"/>
          <ac:picMkLst>
            <pc:docMk/>
            <pc:sldMk cId="109857222" sldId="256"/>
            <ac:picMk id="6" creationId="{058E3ACE-BFDD-21CC-6FFF-6C592AFC3FF9}"/>
          </ac:picMkLst>
        </pc:picChg>
        <pc:picChg chg="add mod modCrop">
          <ac:chgData name="Alexander Steffey" userId="S::arsteffey@crimson.ua.edu::1a9f7020-75cb-4320-877d-6c5202743d75" providerId="AD" clId="Web-{5772B7B0-4636-80B5-7DF4-E619EBF8527F}" dt="2026-02-24T02:47:22.911" v="773"/>
          <ac:picMkLst>
            <pc:docMk/>
            <pc:sldMk cId="109857222" sldId="256"/>
            <ac:picMk id="7" creationId="{5A699F53-078F-43E1-3417-77075B1AD675}"/>
          </ac:picMkLst>
        </pc:picChg>
        <pc:picChg chg="add mod modCrop">
          <ac:chgData name="Alexander Steffey" userId="S::arsteffey@crimson.ua.edu::1a9f7020-75cb-4320-877d-6c5202743d75" providerId="AD" clId="Web-{5772B7B0-4636-80B5-7DF4-E619EBF8527F}" dt="2026-02-24T02:47:17.974" v="771"/>
          <ac:picMkLst>
            <pc:docMk/>
            <pc:sldMk cId="109857222" sldId="256"/>
            <ac:picMk id="9" creationId="{35BBFE46-9112-51A3-AA7C-19250FC17725}"/>
          </ac:picMkLst>
        </pc:picChg>
        <pc:picChg chg="add mod modCrop">
          <ac:chgData name="Alexander Steffey" userId="S::arsteffey@crimson.ua.edu::1a9f7020-75cb-4320-877d-6c5202743d75" providerId="AD" clId="Web-{5772B7B0-4636-80B5-7DF4-E619EBF8527F}" dt="2026-02-24T02:47:04.098" v="767"/>
          <ac:picMkLst>
            <pc:docMk/>
            <pc:sldMk cId="109857222" sldId="256"/>
            <ac:picMk id="11" creationId="{4DC6A1E1-87BB-B0EB-5166-F935FDE785B0}"/>
          </ac:picMkLst>
        </pc:picChg>
        <pc:picChg chg="add mod modCrop">
          <ac:chgData name="Alexander Steffey" userId="S::arsteffey@crimson.ua.edu::1a9f7020-75cb-4320-877d-6c5202743d75" providerId="AD" clId="Web-{5772B7B0-4636-80B5-7DF4-E619EBF8527F}" dt="2026-02-24T02:47:11.880" v="769"/>
          <ac:picMkLst>
            <pc:docMk/>
            <pc:sldMk cId="109857222" sldId="256"/>
            <ac:picMk id="13" creationId="{40CDFFFA-4C1F-FB3C-5291-68B4CF8EFBE2}"/>
          </ac:picMkLst>
        </pc:picChg>
      </pc:sldChg>
      <pc:sldChg chg="addSp delSp modSp del mod setBg setClrOvrMap">
        <pc:chgData name="Alexander Steffey" userId="S::arsteffey@crimson.ua.edu::1a9f7020-75cb-4320-877d-6c5202743d75" providerId="AD" clId="Web-{5772B7B0-4636-80B5-7DF4-E619EBF8527F}" dt="2026-02-24T03:05:01.236" v="1080"/>
        <pc:sldMkLst>
          <pc:docMk/>
          <pc:sldMk cId="3001883921" sldId="257"/>
        </pc:sldMkLst>
        <pc:spChg chg="mod">
          <ac:chgData name="Alexander Steffey" userId="S::arsteffey@crimson.ua.edu::1a9f7020-75cb-4320-877d-6c5202743d75" providerId="AD" clId="Web-{5772B7B0-4636-80B5-7DF4-E619EBF8527F}" dt="2026-02-24T02:27:42.183" v="639"/>
          <ac:spMkLst>
            <pc:docMk/>
            <pc:sldMk cId="3001883921" sldId="257"/>
            <ac:spMk id="2" creationId="{3D0577AE-B951-20A3-D342-8D2C028D9EAD}"/>
          </ac:spMkLst>
        </pc:spChg>
        <pc:spChg chg="mod">
          <ac:chgData name="Alexander Steffey" userId="S::arsteffey@crimson.ua.edu::1a9f7020-75cb-4320-877d-6c5202743d75" providerId="AD" clId="Web-{5772B7B0-4636-80B5-7DF4-E619EBF8527F}" dt="2026-02-24T02:27:42.183" v="639"/>
          <ac:spMkLst>
            <pc:docMk/>
            <pc:sldMk cId="3001883921" sldId="257"/>
            <ac:spMk id="3" creationId="{9C72D593-730A-3927-6F4A-682BD24602CC}"/>
          </ac:spMkLst>
        </pc:spChg>
        <pc:spChg chg="mod">
          <ac:chgData name="Alexander Steffey" userId="S::arsteffey@crimson.ua.edu::1a9f7020-75cb-4320-877d-6c5202743d75" providerId="AD" clId="Web-{5772B7B0-4636-80B5-7DF4-E619EBF8527F}" dt="2026-02-24T02:27:42.183" v="639"/>
          <ac:spMkLst>
            <pc:docMk/>
            <pc:sldMk cId="3001883921" sldId="257"/>
            <ac:spMk id="4" creationId="{8966DEB1-4789-BD00-30EF-32A60745E88A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0:51:55.037" v="427"/>
          <ac:spMkLst>
            <pc:docMk/>
            <pc:sldMk cId="3001883921" sldId="257"/>
            <ac:spMk id="9" creationId="{B36F400F-DF28-43BC-8D8E-4929793B392A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0:52:39.539" v="435"/>
          <ac:spMkLst>
            <pc:docMk/>
            <pc:sldMk cId="3001883921" sldId="257"/>
            <ac:spMk id="11" creationId="{3EAD2937-F230-41D4-B9C5-975B129BFC20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0:52:39.539" v="435"/>
          <ac:spMkLst>
            <pc:docMk/>
            <pc:sldMk cId="3001883921" sldId="257"/>
            <ac:spMk id="12" creationId="{21739CA5-F0F5-48E1-8E8C-F24B71827E46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0:52:39.539" v="435"/>
          <ac:spMkLst>
            <pc:docMk/>
            <pc:sldMk cId="3001883921" sldId="257"/>
            <ac:spMk id="13" creationId="{CCD444A3-C338-4886-B7F1-4BA2AF46EB64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1:07:48.071" v="614"/>
          <ac:spMkLst>
            <pc:docMk/>
            <pc:sldMk cId="3001883921" sldId="257"/>
            <ac:spMk id="18" creationId="{1E214AA7-F028-4A0D-8698-61AEC754D1BC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27:42.183" v="639"/>
          <ac:spMkLst>
            <pc:docMk/>
            <pc:sldMk cId="3001883921" sldId="257"/>
            <ac:spMk id="25" creationId="{4FFBEE45-F140-49D5-85EA-C78C24340B23}"/>
          </ac:spMkLst>
        </pc:spChg>
        <pc:spChg chg="add mod">
          <ac:chgData name="Alexander Steffey" userId="S::arsteffey@crimson.ua.edu::1a9f7020-75cb-4320-877d-6c5202743d75" providerId="AD" clId="Web-{5772B7B0-4636-80B5-7DF4-E619EBF8527F}" dt="2026-02-24T02:30:42.015" v="651"/>
          <ac:spMkLst>
            <pc:docMk/>
            <pc:sldMk cId="3001883921" sldId="257"/>
            <ac:spMk id="30" creationId="{4C608BEB-860E-4094-8511-78603564A75E}"/>
          </ac:spMkLst>
        </pc:spChg>
        <pc:cxnChg chg="add del">
          <ac:chgData name="Alexander Steffey" userId="S::arsteffey@crimson.ua.edu::1a9f7020-75cb-4320-877d-6c5202743d75" providerId="AD" clId="Web-{5772B7B0-4636-80B5-7DF4-E619EBF8527F}" dt="2026-02-24T01:07:48.071" v="614"/>
          <ac:cxnSpMkLst>
            <pc:docMk/>
            <pc:sldMk cId="3001883921" sldId="257"/>
            <ac:cxnSpMk id="20" creationId="{D6206FDC-2777-4D7F-AF9C-73413DA664C9}"/>
          </ac:cxnSpMkLst>
        </pc:cxnChg>
        <pc:cxnChg chg="add">
          <ac:chgData name="Alexander Steffey" userId="S::arsteffey@crimson.ua.edu::1a9f7020-75cb-4320-877d-6c5202743d75" providerId="AD" clId="Web-{5772B7B0-4636-80B5-7DF4-E619EBF8527F}" dt="2026-02-24T02:27:42.183" v="639"/>
          <ac:cxnSpMkLst>
            <pc:docMk/>
            <pc:sldMk cId="3001883921" sldId="257"/>
            <ac:cxnSpMk id="32" creationId="{1F16A8D4-FE87-4604-88B2-394B5D1EB437}"/>
          </ac:cxnSpMkLst>
        </pc:cxnChg>
      </pc:sldChg>
      <pc:sldChg chg="addSp delSp modSp mod setBg">
        <pc:chgData name="Alexander Steffey" userId="S::arsteffey@crimson.ua.edu::1a9f7020-75cb-4320-877d-6c5202743d75" providerId="AD" clId="Web-{5772B7B0-4636-80B5-7DF4-E619EBF8527F}" dt="2026-02-24T03:16:55.309" v="1105" actId="20577"/>
        <pc:sldMkLst>
          <pc:docMk/>
          <pc:sldMk cId="4230372448" sldId="258"/>
        </pc:sldMkLst>
        <pc:spChg chg="mo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2" creationId="{B0C973BF-F6B9-B2E8-742A-01B3BE9F9038}"/>
          </ac:spMkLst>
        </pc:spChg>
        <pc:spChg chg="mod">
          <ac:chgData name="Alexander Steffey" userId="S::arsteffey@crimson.ua.edu::1a9f7020-75cb-4320-877d-6c5202743d75" providerId="AD" clId="Web-{5772B7B0-4636-80B5-7DF4-E619EBF8527F}" dt="2026-02-24T03:16:55.309" v="1105" actId="20577"/>
          <ac:spMkLst>
            <pc:docMk/>
            <pc:sldMk cId="4230372448" sldId="258"/>
            <ac:spMk id="3" creationId="{E12D1AAD-ECAF-0E1A-CEE9-02E51CD431BE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1:00:36.616" v="527"/>
          <ac:spMkLst>
            <pc:docMk/>
            <pc:sldMk cId="4230372448" sldId="258"/>
            <ac:spMk id="8" creationId="{84697CDA-BDB7-4883-B48B-1D4EDB2F0E93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1:00:36.616" v="527"/>
          <ac:spMkLst>
            <pc:docMk/>
            <pc:sldMk cId="4230372448" sldId="258"/>
            <ac:spMk id="10" creationId="{6295B176-FA0E-4B6A-A190-5E2E82BEA57A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1:00:36.616" v="527"/>
          <ac:spMkLst>
            <pc:docMk/>
            <pc:sldMk cId="4230372448" sldId="258"/>
            <ac:spMk id="12" creationId="{48F779DE-4744-42D6-9C74-33EC94460CCC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14" creationId="{4300840D-0A0B-4512-BACA-B439D5B9C57C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15" creationId="{09588DA8-065E-4F6F-8EFD-43104AB2E0CF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16" creationId="{D2B78728-A580-49A7-84F9-6EF6F583ADE0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17" creationId="{C4285719-470E-454C-AF62-8323075F1F5B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18" creationId="{38FAA1A1-D861-433F-88FA-1E9D6FD31D11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19" creationId="{CD9FE4EF-C4D8-49A0-B2FF-81D8DB7D8A24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0:36.632" v="528"/>
          <ac:spMkLst>
            <pc:docMk/>
            <pc:sldMk cId="4230372448" sldId="258"/>
            <ac:spMk id="20" creationId="{8D71EDA1-87BF-4D5D-AB79-F346FD19278A}"/>
          </ac:spMkLst>
        </pc:spChg>
      </pc:sldChg>
      <pc:sldChg chg="addSp delSp modSp mod setBg">
        <pc:chgData name="Alexander Steffey" userId="S::arsteffey@crimson.ua.edu::1a9f7020-75cb-4320-877d-6c5202743d75" providerId="AD" clId="Web-{5772B7B0-4636-80B5-7DF4-E619EBF8527F}" dt="2026-02-24T00:50:45.674" v="420"/>
        <pc:sldMkLst>
          <pc:docMk/>
          <pc:sldMk cId="1132498838" sldId="259"/>
        </pc:sldMkLst>
        <pc:spChg chg="mod">
          <ac:chgData name="Alexander Steffey" userId="S::arsteffey@crimson.ua.edu::1a9f7020-75cb-4320-877d-6c5202743d75" providerId="AD" clId="Web-{5772B7B0-4636-80B5-7DF4-E619EBF8527F}" dt="2026-02-24T00:50:45.674" v="420"/>
          <ac:spMkLst>
            <pc:docMk/>
            <pc:sldMk cId="1132498838" sldId="259"/>
            <ac:spMk id="2" creationId="{F281F616-DACF-B578-15F1-F6C64A6031CC}"/>
          </ac:spMkLst>
        </pc:spChg>
        <pc:spChg chg="del">
          <ac:chgData name="Alexander Steffey" userId="S::arsteffey@crimson.ua.edu::1a9f7020-75cb-4320-877d-6c5202743d75" providerId="AD" clId="Web-{5772B7B0-4636-80B5-7DF4-E619EBF8527F}" dt="2026-02-24T00:50:45.674" v="420"/>
          <ac:spMkLst>
            <pc:docMk/>
            <pc:sldMk cId="1132498838" sldId="259"/>
            <ac:spMk id="3" creationId="{EB477B72-53BF-4EF6-5C2B-A5EB8657641A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0:50:45.674" v="420"/>
          <ac:spMkLst>
            <pc:docMk/>
            <pc:sldMk cId="1132498838" sldId="259"/>
            <ac:spMk id="9" creationId="{BACC6370-2D7E-4714-9D71-7542949D7D5D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0:50:45.674" v="420"/>
          <ac:spMkLst>
            <pc:docMk/>
            <pc:sldMk cId="1132498838" sldId="259"/>
            <ac:spMk id="11" creationId="{F68B3F68-107C-434F-AA38-110D5EA91B85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0:50:45.674" v="420"/>
          <ac:spMkLst>
            <pc:docMk/>
            <pc:sldMk cId="1132498838" sldId="259"/>
            <ac:spMk id="13" creationId="{AAD0DBB9-1A4B-4391-81D4-CB19F9AB918A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0:50:45.674" v="420"/>
          <ac:spMkLst>
            <pc:docMk/>
            <pc:sldMk cId="1132498838" sldId="259"/>
            <ac:spMk id="15" creationId="{063BBA22-50EA-4C4D-BE05-F1CE4E63AA56}"/>
          </ac:spMkLst>
        </pc:spChg>
        <pc:graphicFrameChg chg="add">
          <ac:chgData name="Alexander Steffey" userId="S::arsteffey@crimson.ua.edu::1a9f7020-75cb-4320-877d-6c5202743d75" providerId="AD" clId="Web-{5772B7B0-4636-80B5-7DF4-E619EBF8527F}" dt="2026-02-24T00:50:45.674" v="420"/>
          <ac:graphicFrameMkLst>
            <pc:docMk/>
            <pc:sldMk cId="1132498838" sldId="259"/>
            <ac:graphicFrameMk id="5" creationId="{F08779A6-BBCE-D4E3-83D6-9357435FFAA5}"/>
          </ac:graphicFrameMkLst>
        </pc:graphicFrameChg>
      </pc:sldChg>
      <pc:sldChg chg="addSp delSp modSp mod setBg">
        <pc:chgData name="Alexander Steffey" userId="S::arsteffey@crimson.ua.edu::1a9f7020-75cb-4320-877d-6c5202743d75" providerId="AD" clId="Web-{5772B7B0-4636-80B5-7DF4-E619EBF8527F}" dt="2026-02-24T03:15:08.773" v="1100" actId="1076"/>
        <pc:sldMkLst>
          <pc:docMk/>
          <pc:sldMk cId="3689694330" sldId="260"/>
        </pc:sldMkLst>
        <pc:spChg chg="mod">
          <ac:chgData name="Alexander Steffey" userId="S::arsteffey@crimson.ua.edu::1a9f7020-75cb-4320-877d-6c5202743d75" providerId="AD" clId="Web-{5772B7B0-4636-80B5-7DF4-E619EBF8527F}" dt="2026-02-24T03:06:13.675" v="1082" actId="20577"/>
          <ac:spMkLst>
            <pc:docMk/>
            <pc:sldMk cId="3689694330" sldId="260"/>
            <ac:spMk id="2" creationId="{838E9BCF-8474-C7EE-F2E7-668C9C590DD4}"/>
          </ac:spMkLst>
        </pc:spChg>
        <pc:spChg chg="del mod">
          <ac:chgData name="Alexander Steffey" userId="S::arsteffey@crimson.ua.edu::1a9f7020-75cb-4320-877d-6c5202743d75" providerId="AD" clId="Web-{5772B7B0-4636-80B5-7DF4-E619EBF8527F}" dt="2026-02-23T17:55:49.862" v="136"/>
          <ac:spMkLst>
            <pc:docMk/>
            <pc:sldMk cId="3689694330" sldId="260"/>
            <ac:spMk id="3" creationId="{2433B4BB-C353-E200-6992-67DE16DCD35F}"/>
          </ac:spMkLst>
        </pc:spChg>
        <pc:spChg chg="add mod">
          <ac:chgData name="Alexander Steffey" userId="S::arsteffey@crimson.ua.edu::1a9f7020-75cb-4320-877d-6c5202743d75" providerId="AD" clId="Web-{5772B7B0-4636-80B5-7DF4-E619EBF8527F}" dt="2026-02-24T03:15:08.773" v="1100" actId="1076"/>
          <ac:spMkLst>
            <pc:docMk/>
            <pc:sldMk cId="3689694330" sldId="260"/>
            <ac:spMk id="5" creationId="{28D0835B-4E7D-E3F6-B707-BCB0EC215620}"/>
          </ac:spMkLst>
        </pc:spChg>
        <pc:spChg chg="add mod">
          <ac:chgData name="Alexander Steffey" userId="S::arsteffey@crimson.ua.edu::1a9f7020-75cb-4320-877d-6c5202743d75" providerId="AD" clId="Web-{5772B7B0-4636-80B5-7DF4-E619EBF8527F}" dt="2026-02-24T01:30:33.193" v="634"/>
          <ac:spMkLst>
            <pc:docMk/>
            <pc:sldMk cId="3689694330" sldId="260"/>
            <ac:spMk id="9" creationId="{A4AC5506-6312-4701-8D3C-40187889A947}"/>
          </ac:spMkLst>
        </pc:spChg>
        <pc:picChg chg="add mod ord">
          <ac:chgData name="Alexander Steffey" userId="S::arsteffey@crimson.ua.edu::1a9f7020-75cb-4320-877d-6c5202743d75" providerId="AD" clId="Web-{5772B7B0-4636-80B5-7DF4-E619EBF8527F}" dt="2026-02-24T02:33:26.205" v="678" actId="1076"/>
          <ac:picMkLst>
            <pc:docMk/>
            <pc:sldMk cId="3689694330" sldId="260"/>
            <ac:picMk id="4" creationId="{1644C993-7364-7181-7AE1-A169FDAE85F3}"/>
          </ac:picMkLst>
        </pc:picChg>
      </pc:sldChg>
      <pc:sldChg chg="addSp delSp modSp mod setBg">
        <pc:chgData name="Alexander Steffey" userId="S::arsteffey@crimson.ua.edu::1a9f7020-75cb-4320-877d-6c5202743d75" providerId="AD" clId="Web-{5772B7B0-4636-80B5-7DF4-E619EBF8527F}" dt="2026-02-24T03:16:04.604" v="1102" actId="20577"/>
        <pc:sldMkLst>
          <pc:docMk/>
          <pc:sldMk cId="766171391" sldId="261"/>
        </pc:sldMkLst>
        <pc:spChg chg="mod">
          <ac:chgData name="Alexander Steffey" userId="S::arsteffey@crimson.ua.edu::1a9f7020-75cb-4320-877d-6c5202743d75" providerId="AD" clId="Web-{5772B7B0-4636-80B5-7DF4-E619EBF8527F}" dt="2026-02-24T01:01:28.086" v="531"/>
          <ac:spMkLst>
            <pc:docMk/>
            <pc:sldMk cId="766171391" sldId="261"/>
            <ac:spMk id="2" creationId="{F27DBEE7-26DA-F672-10F2-1D6006EB69AB}"/>
          </ac:spMkLst>
        </pc:spChg>
        <pc:spChg chg="del">
          <ac:chgData name="Alexander Steffey" userId="S::arsteffey@crimson.ua.edu::1a9f7020-75cb-4320-877d-6c5202743d75" providerId="AD" clId="Web-{5772B7B0-4636-80B5-7DF4-E619EBF8527F}" dt="2026-02-24T01:01:28.086" v="531"/>
          <ac:spMkLst>
            <pc:docMk/>
            <pc:sldMk cId="766171391" sldId="261"/>
            <ac:spMk id="5" creationId="{94EF86C1-91B5-53C9-22E0-29C2695FBA62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1:28.086" v="531"/>
          <ac:spMkLst>
            <pc:docMk/>
            <pc:sldMk cId="766171391" sldId="261"/>
            <ac:spMk id="11" creationId="{BACC6370-2D7E-4714-9D71-7542949D7D5D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1:28.086" v="531"/>
          <ac:spMkLst>
            <pc:docMk/>
            <pc:sldMk cId="766171391" sldId="261"/>
            <ac:spMk id="13" creationId="{F68B3F68-107C-434F-AA38-110D5EA91B85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1:28.086" v="531"/>
          <ac:spMkLst>
            <pc:docMk/>
            <pc:sldMk cId="766171391" sldId="261"/>
            <ac:spMk id="15" creationId="{AAD0DBB9-1A4B-4391-81D4-CB19F9AB918A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1:28.086" v="531"/>
          <ac:spMkLst>
            <pc:docMk/>
            <pc:sldMk cId="766171391" sldId="261"/>
            <ac:spMk id="17" creationId="{063BBA22-50EA-4C4D-BE05-F1CE4E63AA56}"/>
          </ac:spMkLst>
        </pc:spChg>
        <pc:graphicFrameChg chg="add mod modGraphic">
          <ac:chgData name="Alexander Steffey" userId="S::arsteffey@crimson.ua.edu::1a9f7020-75cb-4320-877d-6c5202743d75" providerId="AD" clId="Web-{5772B7B0-4636-80B5-7DF4-E619EBF8527F}" dt="2026-02-24T03:16:04.604" v="1102" actId="20577"/>
          <ac:graphicFrameMkLst>
            <pc:docMk/>
            <pc:sldMk cId="766171391" sldId="261"/>
            <ac:graphicFrameMk id="7" creationId="{86FBF409-E4E7-CB12-92FA-85D19DFC9076}"/>
          </ac:graphicFrameMkLst>
        </pc:graphicFrameChg>
      </pc:sldChg>
      <pc:sldChg chg="addSp delSp modSp mod setBg">
        <pc:chgData name="Alexander Steffey" userId="S::arsteffey@crimson.ua.edu::1a9f7020-75cb-4320-877d-6c5202743d75" providerId="AD" clId="Web-{5772B7B0-4636-80B5-7DF4-E619EBF8527F}" dt="2026-02-24T02:35:24.035" v="688" actId="20577"/>
        <pc:sldMkLst>
          <pc:docMk/>
          <pc:sldMk cId="2965176326" sldId="262"/>
        </pc:sldMkLst>
        <pc:spChg chg="mod">
          <ac:chgData name="Alexander Steffey" userId="S::arsteffey@crimson.ua.edu::1a9f7020-75cb-4320-877d-6c5202743d75" providerId="AD" clId="Web-{5772B7B0-4636-80B5-7DF4-E619EBF8527F}" dt="2026-02-24T01:08:30.574" v="631" actId="20577"/>
          <ac:spMkLst>
            <pc:docMk/>
            <pc:sldMk cId="2965176326" sldId="262"/>
            <ac:spMk id="2" creationId="{1AFC617B-85F4-A61B-8AA8-E510BEED1F67}"/>
          </ac:spMkLst>
        </pc:spChg>
        <pc:spChg chg="del mod">
          <ac:chgData name="Alexander Steffey" userId="S::arsteffey@crimson.ua.edu::1a9f7020-75cb-4320-877d-6c5202743d75" providerId="AD" clId="Web-{5772B7B0-4636-80B5-7DF4-E619EBF8527F}" dt="2026-02-24T01:01:43.867" v="532"/>
          <ac:spMkLst>
            <pc:docMk/>
            <pc:sldMk cId="2965176326" sldId="262"/>
            <ac:spMk id="3" creationId="{3DFA6FA8-7F74-429B-D402-378DE46BB198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1:43.867" v="532"/>
          <ac:spMkLst>
            <pc:docMk/>
            <pc:sldMk cId="2965176326" sldId="262"/>
            <ac:spMk id="9" creationId="{56E9B3E6-E277-4D68-BA48-9CB43FFBD6E2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1:01:43.867" v="532"/>
          <ac:spMkLst>
            <pc:docMk/>
            <pc:sldMk cId="2965176326" sldId="262"/>
            <ac:spMk id="16" creationId="{D5B0017B-2ECA-49AF-B397-DC140825DF8D}"/>
          </ac:spMkLst>
        </pc:spChg>
        <pc:grpChg chg="add">
          <ac:chgData name="Alexander Steffey" userId="S::arsteffey@crimson.ua.edu::1a9f7020-75cb-4320-877d-6c5202743d75" providerId="AD" clId="Web-{5772B7B0-4636-80B5-7DF4-E619EBF8527F}" dt="2026-02-24T01:01:43.867" v="532"/>
          <ac:grpSpMkLst>
            <pc:docMk/>
            <pc:sldMk cId="2965176326" sldId="262"/>
            <ac:grpSpMk id="11" creationId="{AE1C45F0-260A-458C-96ED-C1F6D2151219}"/>
          </ac:grpSpMkLst>
        </pc:grpChg>
        <pc:graphicFrameChg chg="add mod modGraphic">
          <ac:chgData name="Alexander Steffey" userId="S::arsteffey@crimson.ua.edu::1a9f7020-75cb-4320-877d-6c5202743d75" providerId="AD" clId="Web-{5772B7B0-4636-80B5-7DF4-E619EBF8527F}" dt="2026-02-24T02:35:24.035" v="688" actId="20577"/>
          <ac:graphicFrameMkLst>
            <pc:docMk/>
            <pc:sldMk cId="2965176326" sldId="262"/>
            <ac:graphicFrameMk id="5" creationId="{928C3C6A-6B1C-72BB-6FF6-FCDE6353C572}"/>
          </ac:graphicFrameMkLst>
        </pc:graphicFrameChg>
        <pc:cxnChg chg="add">
          <ac:chgData name="Alexander Steffey" userId="S::arsteffey@crimson.ua.edu::1a9f7020-75cb-4320-877d-6c5202743d75" providerId="AD" clId="Web-{5772B7B0-4636-80B5-7DF4-E619EBF8527F}" dt="2026-02-24T01:01:43.867" v="532"/>
          <ac:cxnSpMkLst>
            <pc:docMk/>
            <pc:sldMk cId="2965176326" sldId="262"/>
            <ac:cxnSpMk id="18" creationId="{6CF1BAF6-AD41-4082-B212-8A1F9A2E8779}"/>
          </ac:cxnSpMkLst>
        </pc:cxnChg>
      </pc:sldChg>
      <pc:sldChg chg="addSp delSp modSp mod setBg">
        <pc:chgData name="Alexander Steffey" userId="S::arsteffey@crimson.ua.edu::1a9f7020-75cb-4320-877d-6c5202743d75" providerId="AD" clId="Web-{5772B7B0-4636-80B5-7DF4-E619EBF8527F}" dt="2026-02-24T03:03:41.234" v="1047"/>
        <pc:sldMkLst>
          <pc:docMk/>
          <pc:sldMk cId="429894158" sldId="263"/>
        </pc:sldMkLst>
        <pc:spChg chg="mo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" creationId="{BA03CF9D-3B25-B6F4-4822-0D70ECD283A6}"/>
          </ac:spMkLst>
        </pc:spChg>
        <pc:spChg chg="del mod">
          <ac:chgData name="Alexander Steffey" userId="S::arsteffey@crimson.ua.edu::1a9f7020-75cb-4320-877d-6c5202743d75" providerId="AD" clId="Web-{5772B7B0-4636-80B5-7DF4-E619EBF8527F}" dt="2026-02-24T03:03:28.859" v="1044"/>
          <ac:spMkLst>
            <pc:docMk/>
            <pc:sldMk cId="429894158" sldId="263"/>
            <ac:spMk id="3" creationId="{C14F46E7-3657-91DA-B8B5-0299AA6A095E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3:03:41.219" v="1046"/>
          <ac:spMkLst>
            <pc:docMk/>
            <pc:sldMk cId="429894158" sldId="263"/>
            <ac:spMk id="7" creationId="{0E30439A-8A5B-46EC-8283-9B6B031D40D0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3:03:41.219" v="1046"/>
          <ac:spMkLst>
            <pc:docMk/>
            <pc:sldMk cId="429894158" sldId="263"/>
            <ac:spMk id="9" creationId="{5CEAD642-85CF-4750-8432-7C80C901F001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3:03:41.219" v="1046"/>
          <ac:spMkLst>
            <pc:docMk/>
            <pc:sldMk cId="429894158" sldId="263"/>
            <ac:spMk id="11" creationId="{FA33EEAE-15D5-4119-8C1E-89D943F911EF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3:03:41.219" v="1046"/>
          <ac:spMkLst>
            <pc:docMk/>
            <pc:sldMk cId="429894158" sldId="263"/>
            <ac:spMk id="13" creationId="{730D8B3B-9B80-4025-B934-26DC7D7CD231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3:03:41.219" v="1046"/>
          <ac:spMkLst>
            <pc:docMk/>
            <pc:sldMk cId="429894158" sldId="263"/>
            <ac:spMk id="15" creationId="{B5A1B09C-1565-46F8-B70F-621C5EB48A09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3:03:41.219" v="1046"/>
          <ac:spMkLst>
            <pc:docMk/>
            <pc:sldMk cId="429894158" sldId="263"/>
            <ac:spMk id="17" creationId="{8C516CC8-80AC-446C-A56E-9F54B7210402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3:03:41.219" v="1046"/>
          <ac:spMkLst>
            <pc:docMk/>
            <pc:sldMk cId="429894158" sldId="263"/>
            <ac:spMk id="19" creationId="{53947E58-F088-49F1-A3D1-DEA690192E84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1" creationId="{8C790BE2-4E4F-4AAF-81A2-4A6F4885EBE6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2" creationId="{D28B54C3-B57B-472A-B96E-1FCB67093DC2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3" creationId="{7DB3C429-F8DA-49B9-AF84-21996FCF78B5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4" creationId="{E12088DD-B1AD-40E0-8B86-1D87A2CCD9BE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5" creationId="{C4C9F2B0-1044-46EB-8AEB-C3BFFDE6C2CC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6" creationId="{0C395952-4E26-45A2-8756-2ADFD6E53C6E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3:03:41.234" v="1047"/>
          <ac:spMkLst>
            <pc:docMk/>
            <pc:sldMk cId="429894158" sldId="263"/>
            <ac:spMk id="27" creationId="{4734BADF-9461-4621-B112-2D7BABEA7DD0}"/>
          </ac:spMkLst>
        </pc:spChg>
      </pc:sldChg>
      <pc:sldChg chg="ord">
        <pc:chgData name="Alexander Steffey" userId="S::arsteffey@crimson.ua.edu::1a9f7020-75cb-4320-877d-6c5202743d75" providerId="AD" clId="Web-{5772B7B0-4636-80B5-7DF4-E619EBF8527F}" dt="2026-02-23T21:49:20.632" v="416"/>
        <pc:sldMkLst>
          <pc:docMk/>
          <pc:sldMk cId="3140801389" sldId="264"/>
        </pc:sldMkLst>
      </pc:sldChg>
      <pc:sldChg chg="modSp add replId">
        <pc:chgData name="Alexander Steffey" userId="S::arsteffey@crimson.ua.edu::1a9f7020-75cb-4320-877d-6c5202743d75" providerId="AD" clId="Web-{5772B7B0-4636-80B5-7DF4-E619EBF8527F}" dt="2026-02-24T01:08:12.245" v="616" actId="20577"/>
        <pc:sldMkLst>
          <pc:docMk/>
          <pc:sldMk cId="834441759" sldId="265"/>
        </pc:sldMkLst>
        <pc:spChg chg="mod">
          <ac:chgData name="Alexander Steffey" userId="S::arsteffey@crimson.ua.edu::1a9f7020-75cb-4320-877d-6c5202743d75" providerId="AD" clId="Web-{5772B7B0-4636-80B5-7DF4-E619EBF8527F}" dt="2026-02-24T01:08:12.245" v="616" actId="20577"/>
          <ac:spMkLst>
            <pc:docMk/>
            <pc:sldMk cId="834441759" sldId="265"/>
            <ac:spMk id="2" creationId="{64769584-D4D1-8CC7-365E-3B65CD5117DC}"/>
          </ac:spMkLst>
        </pc:spChg>
        <pc:spChg chg="mod">
          <ac:chgData name="Alexander Steffey" userId="S::arsteffey@crimson.ua.edu::1a9f7020-75cb-4320-877d-6c5202743d75" providerId="AD" clId="Web-{5772B7B0-4636-80B5-7DF4-E619EBF8527F}" dt="2026-02-24T00:55:42.564" v="512" actId="20577"/>
          <ac:spMkLst>
            <pc:docMk/>
            <pc:sldMk cId="834441759" sldId="265"/>
            <ac:spMk id="3" creationId="{8D398E07-19AE-51A9-CB8E-0349C10FCFA0}"/>
          </ac:spMkLst>
        </pc:spChg>
      </pc:sldChg>
      <pc:sldChg chg="addSp delSp modSp new mod setBg setClrOvrMap">
        <pc:chgData name="Alexander Steffey" userId="S::arsteffey@crimson.ua.edu::1a9f7020-75cb-4320-877d-6c5202743d75" providerId="AD" clId="Web-{5772B7B0-4636-80B5-7DF4-E619EBF8527F}" dt="2026-02-24T02:36:38.285" v="689"/>
        <pc:sldMkLst>
          <pc:docMk/>
          <pc:sldMk cId="3446763333" sldId="266"/>
        </pc:sldMkLst>
        <pc:spChg chg="mod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2" creationId="{3C90A94F-0505-D8EC-488F-0619D48507B9}"/>
          </ac:spMkLst>
        </pc:spChg>
        <pc:spChg chg="del">
          <ac:chgData name="Alexander Steffey" userId="S::arsteffey@crimson.ua.edu::1a9f7020-75cb-4320-877d-6c5202743d75" providerId="AD" clId="Web-{5772B7B0-4636-80B5-7DF4-E619EBF8527F}" dt="2026-02-23T18:03:58.263" v="168"/>
          <ac:spMkLst>
            <pc:docMk/>
            <pc:sldMk cId="3446763333" sldId="266"/>
            <ac:spMk id="3" creationId="{6151ABA2-DCB3-B6F7-8C01-C2F7AAFFB051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7" creationId="{66B332A4-D438-4773-A77F-5ED49A448D9D}"/>
          </ac:spMkLst>
        </pc:spChg>
        <pc:spChg chg="add del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9" creationId="{DF9AD32D-FF05-44F4-BD4D-9CEE89B71EB9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14" creationId="{6F5A5072-7B47-4D32-B52A-4EBBF590B8A5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16" creationId="{9715DAF0-AE1B-46C9-8A6B-DB2AA05AB91D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18" creationId="{6016219D-510E-4184-9090-6D5578A87BD1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20" creationId="{AFF4A713-7B75-4B21-90D7-5AB19547C728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22" creationId="{DC631C0B-6DA6-4E57-8231-CE32B3434A7E}"/>
          </ac:spMkLst>
        </pc:spChg>
        <pc:spChg chg="add">
          <ac:chgData name="Alexander Steffey" userId="S::arsteffey@crimson.ua.edu::1a9f7020-75cb-4320-877d-6c5202743d75" providerId="AD" clId="Web-{5772B7B0-4636-80B5-7DF4-E619EBF8527F}" dt="2026-02-24T02:36:38.285" v="689"/>
          <ac:spMkLst>
            <pc:docMk/>
            <pc:sldMk cId="3446763333" sldId="266"/>
            <ac:spMk id="24" creationId="{C29501E6-A978-4A61-9689-9085AF97A53A}"/>
          </ac:spMkLst>
        </pc:spChg>
      </pc:sldChg>
      <pc:sldChg chg="addSp delSp modSp">
        <pc:chgData name="Alexander Steffey" userId="S::arsteffey@crimson.ua.edu::1a9f7020-75cb-4320-877d-6c5202743d75" providerId="AD" clId="Web-{5772B7B0-4636-80B5-7DF4-E619EBF8527F}" dt="2026-02-24T03:13:53.238" v="1086"/>
        <pc:sldMkLst>
          <pc:docMk/>
          <pc:sldMk cId="972674783" sldId="267"/>
        </pc:sldMkLst>
        <pc:spChg chg="del">
          <ac:chgData name="Alexander Steffey" userId="S::arsteffey@crimson.ua.edu::1a9f7020-75cb-4320-877d-6c5202743d75" providerId="AD" clId="Web-{5772B7B0-4636-80B5-7DF4-E619EBF8527F}" dt="2026-02-24T00:51:09.410" v="421"/>
          <ac:spMkLst>
            <pc:docMk/>
            <pc:sldMk cId="972674783" sldId="267"/>
            <ac:spMk id="3" creationId="{D34AFD9E-531C-0978-52CD-64DB13DDF96D}"/>
          </ac:spMkLst>
        </pc:spChg>
        <pc:graphicFrameChg chg="add modGraphic">
          <ac:chgData name="Alexander Steffey" userId="S::arsteffey@crimson.ua.edu::1a9f7020-75cb-4320-877d-6c5202743d75" providerId="AD" clId="Web-{5772B7B0-4636-80B5-7DF4-E619EBF8527F}" dt="2026-02-24T03:13:53.238" v="1086"/>
          <ac:graphicFrameMkLst>
            <pc:docMk/>
            <pc:sldMk cId="972674783" sldId="267"/>
            <ac:graphicFrameMk id="5" creationId="{A054B93A-E8DA-6348-0D9D-42F36A0372D7}"/>
          </ac:graphicFrameMkLst>
        </pc:graphicFrameChg>
      </pc:sldChg>
      <pc:sldChg chg="modSp del">
        <pc:chgData name="Alexander Steffey" userId="S::arsteffey@crimson.ua.edu::1a9f7020-75cb-4320-877d-6c5202743d75" providerId="AD" clId="Web-{5772B7B0-4636-80B5-7DF4-E619EBF8527F}" dt="2026-02-24T03:02:58.452" v="1039"/>
        <pc:sldMkLst>
          <pc:docMk/>
          <pc:sldMk cId="4136318690" sldId="268"/>
        </pc:sldMkLst>
        <pc:spChg chg="mod">
          <ac:chgData name="Alexander Steffey" userId="S::arsteffey@crimson.ua.edu::1a9f7020-75cb-4320-877d-6c5202743d75" providerId="AD" clId="Web-{5772B7B0-4636-80B5-7DF4-E619EBF8527F}" dt="2026-02-24T02:59:24.709" v="941" actId="20577"/>
          <ac:spMkLst>
            <pc:docMk/>
            <pc:sldMk cId="4136318690" sldId="268"/>
            <ac:spMk id="3" creationId="{C0E07484-438E-085F-4794-8FE9D3988468}"/>
          </ac:spMkLst>
        </pc:spChg>
      </pc:sldChg>
      <pc:sldChg chg="modSp add replId">
        <pc:chgData name="Alexander Steffey" userId="S::arsteffey@crimson.ua.edu::1a9f7020-75cb-4320-877d-6c5202743d75" providerId="AD" clId="Web-{5772B7B0-4636-80B5-7DF4-E619EBF8527F}" dt="2026-02-24T03:02:36.061" v="1038" actId="1076"/>
        <pc:sldMkLst>
          <pc:docMk/>
          <pc:sldMk cId="937733914" sldId="269"/>
        </pc:sldMkLst>
        <pc:graphicFrameChg chg="mod modGraphic">
          <ac:chgData name="Alexander Steffey" userId="S::arsteffey@crimson.ua.edu::1a9f7020-75cb-4320-877d-6c5202743d75" providerId="AD" clId="Web-{5772B7B0-4636-80B5-7DF4-E619EBF8527F}" dt="2026-02-24T03:02:36.061" v="1038" actId="1076"/>
          <ac:graphicFrameMkLst>
            <pc:docMk/>
            <pc:sldMk cId="937733914" sldId="269"/>
            <ac:graphicFrameMk id="5" creationId="{940599F5-1178-641A-7898-141FB310DBE5}"/>
          </ac:graphicFrameMkLst>
        </pc:graphicFrameChg>
      </pc:sldChg>
      <pc:sldChg chg="modSp add ord replId">
        <pc:chgData name="Alexander Steffey" userId="S::arsteffey@crimson.ua.edu::1a9f7020-75cb-4320-877d-6c5202743d75" providerId="AD" clId="Web-{5772B7B0-4636-80B5-7DF4-E619EBF8527F}" dt="2026-02-24T03:04:58.861" v="1079" actId="20577"/>
        <pc:sldMkLst>
          <pc:docMk/>
          <pc:sldMk cId="3903605293" sldId="270"/>
        </pc:sldMkLst>
        <pc:spChg chg="mod">
          <ac:chgData name="Alexander Steffey" userId="S::arsteffey@crimson.ua.edu::1a9f7020-75cb-4320-877d-6c5202743d75" providerId="AD" clId="Web-{5772B7B0-4636-80B5-7DF4-E619EBF8527F}" dt="2026-02-24T03:04:15.938" v="1061" actId="20577"/>
          <ac:spMkLst>
            <pc:docMk/>
            <pc:sldMk cId="3903605293" sldId="270"/>
            <ac:spMk id="2" creationId="{C524EF63-274A-9358-E55D-79C9AAF7EB8B}"/>
          </ac:spMkLst>
        </pc:spChg>
        <pc:spChg chg="mod">
          <ac:chgData name="Alexander Steffey" userId="S::arsteffey@crimson.ua.edu::1a9f7020-75cb-4320-877d-6c5202743d75" providerId="AD" clId="Web-{5772B7B0-4636-80B5-7DF4-E619EBF8527F}" dt="2026-02-24T03:04:58.861" v="1079" actId="20577"/>
          <ac:spMkLst>
            <pc:docMk/>
            <pc:sldMk cId="3903605293" sldId="270"/>
            <ac:spMk id="3" creationId="{0B554B66-1A9C-BA3B-08BC-8D1DB1E0698E}"/>
          </ac:spMkLst>
        </pc:spChg>
      </pc:sldChg>
    </pc:docChg>
  </pc:docChgLst>
  <pc:docChgLst>
    <pc:chgData name="Will Mulhern" userId="S::wrmulhern@crimson.ua.edu::1c29ddcd-fe02-4006-8a4c-f9852afbf3c0" providerId="AD" clId="Web-{86C9F4AB-3F09-161E-F552-8B1430992E05}"/>
    <pc:docChg chg="modSld">
      <pc:chgData name="Will Mulhern" userId="S::wrmulhern@crimson.ua.edu::1c29ddcd-fe02-4006-8a4c-f9852afbf3c0" providerId="AD" clId="Web-{86C9F4AB-3F09-161E-F552-8B1430992E05}" dt="2026-02-24T02:44:42.230" v="239" actId="20577"/>
      <pc:docMkLst>
        <pc:docMk/>
      </pc:docMkLst>
      <pc:sldChg chg="modSp">
        <pc:chgData name="Will Mulhern" userId="S::wrmulhern@crimson.ua.edu::1c29ddcd-fe02-4006-8a4c-f9852afbf3c0" providerId="AD" clId="Web-{86C9F4AB-3F09-161E-F552-8B1430992E05}" dt="2026-02-24T02:44:42.230" v="239" actId="20577"/>
        <pc:sldMkLst>
          <pc:docMk/>
          <pc:sldMk cId="4136318690" sldId="268"/>
        </pc:sldMkLst>
        <pc:spChg chg="mod">
          <ac:chgData name="Will Mulhern" userId="S::wrmulhern@crimson.ua.edu::1c29ddcd-fe02-4006-8a4c-f9852afbf3c0" providerId="AD" clId="Web-{86C9F4AB-3F09-161E-F552-8B1430992E05}" dt="2026-02-24T02:44:42.230" v="239" actId="20577"/>
          <ac:spMkLst>
            <pc:docMk/>
            <pc:sldMk cId="4136318690" sldId="268"/>
            <ac:spMk id="3" creationId="{C0E07484-438E-085F-4794-8FE9D3988468}"/>
          </ac:spMkLst>
        </pc:spChg>
      </pc:sldChg>
    </pc:docChg>
  </pc:docChgLst>
  <pc:docChgLst>
    <pc:chgData name="Brody Greene" userId="S::bjgreene@crimson.ua.edu::0f2490e9-657a-4868-a405-2bafd65d8996" providerId="AD" clId="Web-{931BFF1E-AE29-FC73-5B5B-AA36517EEA08}"/>
    <pc:docChg chg="addSld modSld">
      <pc:chgData name="Brody Greene" userId="S::bjgreene@crimson.ua.edu::0f2490e9-657a-4868-a405-2bafd65d8996" providerId="AD" clId="Web-{931BFF1E-AE29-FC73-5B5B-AA36517EEA08}" dt="2026-02-23T22:38:43.044" v="489" actId="20577"/>
      <pc:docMkLst>
        <pc:docMk/>
      </pc:docMkLst>
      <pc:sldChg chg="modSp">
        <pc:chgData name="Brody Greene" userId="S::bjgreene@crimson.ua.edu::0f2490e9-657a-4868-a405-2bafd65d8996" providerId="AD" clId="Web-{931BFF1E-AE29-FC73-5B5B-AA36517EEA08}" dt="2026-02-23T21:52:17.668" v="334" actId="20577"/>
        <pc:sldMkLst>
          <pc:docMk/>
          <pc:sldMk cId="1132498838" sldId="259"/>
        </pc:sldMkLst>
        <pc:spChg chg="mod">
          <ac:chgData name="Brody Greene" userId="S::bjgreene@crimson.ua.edu::0f2490e9-657a-4868-a405-2bafd65d8996" providerId="AD" clId="Web-{931BFF1E-AE29-FC73-5B5B-AA36517EEA08}" dt="2026-02-23T21:46:51.113" v="167" actId="20577"/>
          <ac:spMkLst>
            <pc:docMk/>
            <pc:sldMk cId="1132498838" sldId="259"/>
            <ac:spMk id="2" creationId="{F281F616-DACF-B578-15F1-F6C64A6031CC}"/>
          </ac:spMkLst>
        </pc:spChg>
        <pc:spChg chg="mod">
          <ac:chgData name="Brody Greene" userId="S::bjgreene@crimson.ua.edu::0f2490e9-657a-4868-a405-2bafd65d8996" providerId="AD" clId="Web-{931BFF1E-AE29-FC73-5B5B-AA36517EEA08}" dt="2026-02-23T21:52:17.668" v="334" actId="20577"/>
          <ac:spMkLst>
            <pc:docMk/>
            <pc:sldMk cId="1132498838" sldId="259"/>
            <ac:spMk id="3" creationId="{EB477B72-53BF-4EF6-5C2B-A5EB8657641A}"/>
          </ac:spMkLst>
        </pc:spChg>
      </pc:sldChg>
      <pc:sldChg chg="modSp">
        <pc:chgData name="Brody Greene" userId="S::bjgreene@crimson.ua.edu::0f2490e9-657a-4868-a405-2bafd65d8996" providerId="AD" clId="Web-{931BFF1E-AE29-FC73-5B5B-AA36517EEA08}" dt="2026-02-23T22:38:38.481" v="487" actId="20577"/>
        <pc:sldMkLst>
          <pc:docMk/>
          <pc:sldMk cId="2965176326" sldId="262"/>
        </pc:sldMkLst>
        <pc:spChg chg="mod">
          <ac:chgData name="Brody Greene" userId="S::bjgreene@crimson.ua.edu::0f2490e9-657a-4868-a405-2bafd65d8996" providerId="AD" clId="Web-{931BFF1E-AE29-FC73-5B5B-AA36517EEA08}" dt="2026-02-23T22:38:38.481" v="487" actId="20577"/>
          <ac:spMkLst>
            <pc:docMk/>
            <pc:sldMk cId="2965176326" sldId="262"/>
            <ac:spMk id="3" creationId="{3DFA6FA8-7F74-429B-D402-378DE46BB198}"/>
          </ac:spMkLst>
        </pc:spChg>
      </pc:sldChg>
      <pc:sldChg chg="modSp">
        <pc:chgData name="Brody Greene" userId="S::bjgreene@crimson.ua.edu::0f2490e9-657a-4868-a405-2bafd65d8996" providerId="AD" clId="Web-{931BFF1E-AE29-FC73-5B5B-AA36517EEA08}" dt="2026-02-23T22:38:43.044" v="489" actId="20577"/>
        <pc:sldMkLst>
          <pc:docMk/>
          <pc:sldMk cId="429894158" sldId="263"/>
        </pc:sldMkLst>
        <pc:spChg chg="mod">
          <ac:chgData name="Brody Greene" userId="S::bjgreene@crimson.ua.edu::0f2490e9-657a-4868-a405-2bafd65d8996" providerId="AD" clId="Web-{931BFF1E-AE29-FC73-5B5B-AA36517EEA08}" dt="2026-02-23T22:38:43.044" v="489" actId="20577"/>
          <ac:spMkLst>
            <pc:docMk/>
            <pc:sldMk cId="429894158" sldId="263"/>
            <ac:spMk id="3" creationId="{C14F46E7-3657-91DA-B8B5-0299AA6A095E}"/>
          </ac:spMkLst>
        </pc:spChg>
      </pc:sldChg>
      <pc:sldChg chg="modSp add replId">
        <pc:chgData name="Brody Greene" userId="S::bjgreene@crimson.ua.edu::0f2490e9-657a-4868-a405-2bafd65d8996" providerId="AD" clId="Web-{931BFF1E-AE29-FC73-5B5B-AA36517EEA08}" dt="2026-02-23T21:49:12.086" v="332" actId="20577"/>
        <pc:sldMkLst>
          <pc:docMk/>
          <pc:sldMk cId="972674783" sldId="267"/>
        </pc:sldMkLst>
        <pc:spChg chg="mod">
          <ac:chgData name="Brody Greene" userId="S::bjgreene@crimson.ua.edu::0f2490e9-657a-4868-a405-2bafd65d8996" providerId="AD" clId="Web-{931BFF1E-AE29-FC73-5B5B-AA36517EEA08}" dt="2026-02-23T21:47:03.114" v="172" actId="20577"/>
          <ac:spMkLst>
            <pc:docMk/>
            <pc:sldMk cId="972674783" sldId="267"/>
            <ac:spMk id="2" creationId="{34ADF450-A110-4DE2-A424-42FC0CAC3005}"/>
          </ac:spMkLst>
        </pc:spChg>
        <pc:spChg chg="mod">
          <ac:chgData name="Brody Greene" userId="S::bjgreene@crimson.ua.edu::0f2490e9-657a-4868-a405-2bafd65d8996" providerId="AD" clId="Web-{931BFF1E-AE29-FC73-5B5B-AA36517EEA08}" dt="2026-02-23T21:49:12.086" v="332" actId="20577"/>
          <ac:spMkLst>
            <pc:docMk/>
            <pc:sldMk cId="972674783" sldId="267"/>
            <ac:spMk id="3" creationId="{D34AFD9E-531C-0978-52CD-64DB13DDF96D}"/>
          </ac:spMkLst>
        </pc:spChg>
      </pc:sldChg>
    </pc:docChg>
  </pc:docChgLst>
  <pc:docChgLst>
    <pc:chgData name="Ali Burkemper" userId="S::aeburkemper@crimson.ua.edu::658fb497-37d3-460d-b822-a2c5d5932d16" providerId="AD" clId="Web-{3193092C-636A-85CE-EC14-7DD665D275DE}"/>
    <pc:docChg chg="addSld modSld">
      <pc:chgData name="Ali Burkemper" userId="S::aeburkemper@crimson.ua.edu::658fb497-37d3-460d-b822-a2c5d5932d16" providerId="AD" clId="Web-{3193092C-636A-85CE-EC14-7DD665D275DE}" dt="2026-02-20T21:42:25.023" v="163" actId="20577"/>
      <pc:docMkLst>
        <pc:docMk/>
      </pc:docMkLst>
      <pc:sldChg chg="modSp">
        <pc:chgData name="Ali Burkemper" userId="S::aeburkemper@crimson.ua.edu::658fb497-37d3-460d-b822-a2c5d5932d16" providerId="AD" clId="Web-{3193092C-636A-85CE-EC14-7DD665D275DE}" dt="2026-02-20T21:42:25.023" v="163" actId="20577"/>
        <pc:sldMkLst>
          <pc:docMk/>
          <pc:sldMk cId="109857222" sldId="256"/>
        </pc:sldMkLst>
        <pc:spChg chg="mod">
          <ac:chgData name="Ali Burkemper" userId="S::aeburkemper@crimson.ua.edu::658fb497-37d3-460d-b822-a2c5d5932d16" providerId="AD" clId="Web-{3193092C-636A-85CE-EC14-7DD665D275DE}" dt="2026-02-20T21:37:09.235" v="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li Burkemper" userId="S::aeburkemper@crimson.ua.edu::658fb497-37d3-460d-b822-a2c5d5932d16" providerId="AD" clId="Web-{3193092C-636A-85CE-EC14-7DD665D275DE}" dt="2026-02-20T21:42:25.023" v="16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li Burkemper" userId="S::aeburkemper@crimson.ua.edu::658fb497-37d3-460d-b822-a2c5d5932d16" providerId="AD" clId="Web-{3193092C-636A-85CE-EC14-7DD665D275DE}" dt="2026-02-20T21:37:26.220" v="32" actId="20577"/>
        <pc:sldMkLst>
          <pc:docMk/>
          <pc:sldMk cId="4230372448" sldId="258"/>
        </pc:sldMkLst>
        <pc:spChg chg="mod">
          <ac:chgData name="Ali Burkemper" userId="S::aeburkemper@crimson.ua.edu::658fb497-37d3-460d-b822-a2c5d5932d16" providerId="AD" clId="Web-{3193092C-636A-85CE-EC14-7DD665D275DE}" dt="2026-02-20T21:37:26.220" v="32" actId="20577"/>
          <ac:spMkLst>
            <pc:docMk/>
            <pc:sldMk cId="4230372448" sldId="258"/>
            <ac:spMk id="2" creationId="{B0C973BF-F6B9-B2E8-742A-01B3BE9F9038}"/>
          </ac:spMkLst>
        </pc:spChg>
      </pc:sldChg>
      <pc:sldChg chg="modSp new">
        <pc:chgData name="Ali Burkemper" userId="S::aeburkemper@crimson.ua.edu::658fb497-37d3-460d-b822-a2c5d5932d16" providerId="AD" clId="Web-{3193092C-636A-85CE-EC14-7DD665D275DE}" dt="2026-02-20T21:41:06.381" v="159" actId="20577"/>
        <pc:sldMkLst>
          <pc:docMk/>
          <pc:sldMk cId="1132498838" sldId="259"/>
        </pc:sldMkLst>
        <pc:spChg chg="mod">
          <ac:chgData name="Ali Burkemper" userId="S::aeburkemper@crimson.ua.edu::658fb497-37d3-460d-b822-a2c5d5932d16" providerId="AD" clId="Web-{3193092C-636A-85CE-EC14-7DD665D275DE}" dt="2026-02-20T21:39:55.849" v="150" actId="20577"/>
          <ac:spMkLst>
            <pc:docMk/>
            <pc:sldMk cId="1132498838" sldId="259"/>
            <ac:spMk id="2" creationId="{F281F616-DACF-B578-15F1-F6C64A6031CC}"/>
          </ac:spMkLst>
        </pc:spChg>
      </pc:sldChg>
      <pc:sldChg chg="modSp new">
        <pc:chgData name="Ali Burkemper" userId="S::aeburkemper@crimson.ua.edu::658fb497-37d3-460d-b822-a2c5d5932d16" providerId="AD" clId="Web-{3193092C-636A-85CE-EC14-7DD665D275DE}" dt="2026-02-20T21:38:03.174" v="80" actId="20577"/>
        <pc:sldMkLst>
          <pc:docMk/>
          <pc:sldMk cId="3689694330" sldId="260"/>
        </pc:sldMkLst>
        <pc:spChg chg="mod">
          <ac:chgData name="Ali Burkemper" userId="S::aeburkemper@crimson.ua.edu::658fb497-37d3-460d-b822-a2c5d5932d16" providerId="AD" clId="Web-{3193092C-636A-85CE-EC14-7DD665D275DE}" dt="2026-02-20T21:38:03.174" v="80" actId="20577"/>
          <ac:spMkLst>
            <pc:docMk/>
            <pc:sldMk cId="3689694330" sldId="260"/>
            <ac:spMk id="2" creationId="{838E9BCF-8474-C7EE-F2E7-668C9C590DD4}"/>
          </ac:spMkLst>
        </pc:spChg>
      </pc:sldChg>
      <pc:sldChg chg="modSp new">
        <pc:chgData name="Ali Burkemper" userId="S::aeburkemper@crimson.ua.edu::658fb497-37d3-460d-b822-a2c5d5932d16" providerId="AD" clId="Web-{3193092C-636A-85CE-EC14-7DD665D275DE}" dt="2026-02-20T21:38:30.987" v="105" actId="20577"/>
        <pc:sldMkLst>
          <pc:docMk/>
          <pc:sldMk cId="766171391" sldId="261"/>
        </pc:sldMkLst>
        <pc:spChg chg="mod">
          <ac:chgData name="Ali Burkemper" userId="S::aeburkemper@crimson.ua.edu::658fb497-37d3-460d-b822-a2c5d5932d16" providerId="AD" clId="Web-{3193092C-636A-85CE-EC14-7DD665D275DE}" dt="2026-02-20T21:38:30.987" v="105" actId="20577"/>
          <ac:spMkLst>
            <pc:docMk/>
            <pc:sldMk cId="766171391" sldId="261"/>
            <ac:spMk id="2" creationId="{F27DBEE7-26DA-F672-10F2-1D6006EB69AB}"/>
          </ac:spMkLst>
        </pc:spChg>
      </pc:sldChg>
      <pc:sldChg chg="modSp new">
        <pc:chgData name="Ali Burkemper" userId="S::aeburkemper@crimson.ua.edu::658fb497-37d3-460d-b822-a2c5d5932d16" providerId="AD" clId="Web-{3193092C-636A-85CE-EC14-7DD665D275DE}" dt="2026-02-20T21:41:56.632" v="162" actId="20577"/>
        <pc:sldMkLst>
          <pc:docMk/>
          <pc:sldMk cId="2965176326" sldId="262"/>
        </pc:sldMkLst>
        <pc:spChg chg="mod">
          <ac:chgData name="Ali Burkemper" userId="S::aeburkemper@crimson.ua.edu::658fb497-37d3-460d-b822-a2c5d5932d16" providerId="AD" clId="Web-{3193092C-636A-85CE-EC14-7DD665D275DE}" dt="2026-02-20T21:38:44.644" v="126" actId="20577"/>
          <ac:spMkLst>
            <pc:docMk/>
            <pc:sldMk cId="2965176326" sldId="262"/>
            <ac:spMk id="2" creationId="{1AFC617B-85F4-A61B-8AA8-E510BEED1F67}"/>
          </ac:spMkLst>
        </pc:spChg>
      </pc:sldChg>
      <pc:sldChg chg="modSp new">
        <pc:chgData name="Ali Burkemper" userId="S::aeburkemper@crimson.ua.edu::658fb497-37d3-460d-b822-a2c5d5932d16" providerId="AD" clId="Web-{3193092C-636A-85CE-EC14-7DD665D275DE}" dt="2026-02-20T21:41:03.038" v="154" actId="20577"/>
        <pc:sldMkLst>
          <pc:docMk/>
          <pc:sldMk cId="429894158" sldId="263"/>
        </pc:sldMkLst>
        <pc:spChg chg="mod">
          <ac:chgData name="Ali Burkemper" userId="S::aeburkemper@crimson.ua.edu::658fb497-37d3-460d-b822-a2c5d5932d16" providerId="AD" clId="Web-{3193092C-636A-85CE-EC14-7DD665D275DE}" dt="2026-02-20T21:38:50.097" v="130" actId="20577"/>
          <ac:spMkLst>
            <pc:docMk/>
            <pc:sldMk cId="429894158" sldId="263"/>
            <ac:spMk id="2" creationId="{BA03CF9D-3B25-B6F4-4822-0D70ECD283A6}"/>
          </ac:spMkLst>
        </pc:spChg>
      </pc:sldChg>
    </pc:docChg>
  </pc:docChgLst>
  <pc:docChgLst>
    <pc:chgData name="Ali Burkemper" userId="S::aeburkemper@crimson.ua.edu::658fb497-37d3-460d-b822-a2c5d5932d16" providerId="AD" clId="Web-{3F391E33-D98A-5A05-CDB4-4CD1E400E477}"/>
    <pc:docChg chg="mod modSld addMainMaster delMainMaster">
      <pc:chgData name="Ali Burkemper" userId="S::aeburkemper@crimson.ua.edu::658fb497-37d3-460d-b822-a2c5d5932d16" providerId="AD" clId="Web-{3F391E33-D98A-5A05-CDB4-4CD1E400E477}" dt="2026-02-24T04:25:20.927" v="439"/>
      <pc:docMkLst>
        <pc:docMk/>
      </pc:docMkLst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109857222" sldId="256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Ali Burkemper" userId="S::aeburkemper@crimson.ua.edu::658fb497-37d3-460d-b822-a2c5d5932d16" providerId="AD" clId="Web-{3F391E33-D98A-5A05-CDB4-4CD1E400E477}" dt="2026-02-24T04:04:56.870" v="255" actId="1076"/>
          <ac:spMkLst>
            <pc:docMk/>
            <pc:sldMk cId="109857222" sldId="256"/>
            <ac:spMk id="19" creationId="{14A414C4-4A08-5214-57B0-4AE2F0AB1226}"/>
          </ac:spMkLst>
        </pc:spChg>
        <pc:spChg chg="mod">
          <ac:chgData name="Ali Burkemper" userId="S::aeburkemper@crimson.ua.edu::658fb497-37d3-460d-b822-a2c5d5932d16" providerId="AD" clId="Web-{3F391E33-D98A-5A05-CDB4-4CD1E400E477}" dt="2026-02-24T04:13:18.155" v="355"/>
          <ac:spMkLst>
            <pc:docMk/>
            <pc:sldMk cId="109857222" sldId="256"/>
            <ac:spMk id="20" creationId="{6B861657-225E-70B8-65F8-CDCF9454F702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09857222" sldId="256"/>
            <ac:spMk id="23" creationId="{72018E1B-E0B9-4440-AFF3-4112E50A2763}"/>
          </ac:spMkLst>
        </pc:spChg>
        <pc:picChg chg="mod">
          <ac:chgData name="Ali Burkemper" userId="S::aeburkemper@crimson.ua.edu::658fb497-37d3-460d-b822-a2c5d5932d16" providerId="AD" clId="Web-{3F391E33-D98A-5A05-CDB4-4CD1E400E477}" dt="2026-02-24T04:04:45.542" v="250" actId="14100"/>
          <ac:picMkLst>
            <pc:docMk/>
            <pc:sldMk cId="109857222" sldId="256"/>
            <ac:picMk id="6" creationId="{058E3ACE-BFDD-21CC-6FFF-6C592AFC3FF9}"/>
          </ac:picMkLst>
        </pc:picChg>
        <pc:picChg chg="mod">
          <ac:chgData name="Ali Burkemper" userId="S::aeburkemper@crimson.ua.edu::658fb497-37d3-460d-b822-a2c5d5932d16" providerId="AD" clId="Web-{3F391E33-D98A-5A05-CDB4-4CD1E400E477}" dt="2026-02-24T04:04:45.542" v="251" actId="14100"/>
          <ac:picMkLst>
            <pc:docMk/>
            <pc:sldMk cId="109857222" sldId="256"/>
            <ac:picMk id="7" creationId="{5A699F53-078F-43E1-3417-77075B1AD675}"/>
          </ac:picMkLst>
        </pc:picChg>
        <pc:picChg chg="mod">
          <ac:chgData name="Ali Burkemper" userId="S::aeburkemper@crimson.ua.edu::658fb497-37d3-460d-b822-a2c5d5932d16" providerId="AD" clId="Web-{3F391E33-D98A-5A05-CDB4-4CD1E400E477}" dt="2026-02-24T04:04:45.542" v="252" actId="14100"/>
          <ac:picMkLst>
            <pc:docMk/>
            <pc:sldMk cId="109857222" sldId="256"/>
            <ac:picMk id="9" creationId="{35BBFE46-9112-51A3-AA7C-19250FC17725}"/>
          </ac:picMkLst>
        </pc:picChg>
        <pc:picChg chg="mod">
          <ac:chgData name="Ali Burkemper" userId="S::aeburkemper@crimson.ua.edu::658fb497-37d3-460d-b822-a2c5d5932d16" providerId="AD" clId="Web-{3F391E33-D98A-5A05-CDB4-4CD1E400E477}" dt="2026-02-24T04:04:45.542" v="254" actId="14100"/>
          <ac:picMkLst>
            <pc:docMk/>
            <pc:sldMk cId="109857222" sldId="256"/>
            <ac:picMk id="11" creationId="{4DC6A1E1-87BB-B0EB-5166-F935FDE785B0}"/>
          </ac:picMkLst>
        </pc:picChg>
        <pc:picChg chg="mod">
          <ac:chgData name="Ali Burkemper" userId="S::aeburkemper@crimson.ua.edu::658fb497-37d3-460d-b822-a2c5d5932d16" providerId="AD" clId="Web-{3F391E33-D98A-5A05-CDB4-4CD1E400E477}" dt="2026-02-24T04:04:45.542" v="253" actId="14100"/>
          <ac:picMkLst>
            <pc:docMk/>
            <pc:sldMk cId="109857222" sldId="256"/>
            <ac:picMk id="13" creationId="{40CDFFFA-4C1F-FB3C-5291-68B4CF8EFBE2}"/>
          </ac:picMkLst>
        </pc:pic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4230372448" sldId="258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2" creationId="{B0C973BF-F6B9-B2E8-742A-01B3BE9F9038}"/>
          </ac:spMkLst>
        </pc:spChg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3" creationId="{E12D1AAD-ECAF-0E1A-CEE9-02E51CD431BE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14" creationId="{4300840D-0A0B-4512-BACA-B439D5B9C57C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15" creationId="{09588DA8-065E-4F6F-8EFD-43104AB2E0CF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16" creationId="{D2B78728-A580-49A7-84F9-6EF6F583ADE0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17" creationId="{C4285719-470E-454C-AF62-8323075F1F5B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18" creationId="{38FAA1A1-D861-433F-88FA-1E9D6FD31D11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19" creationId="{CD9FE4EF-C4D8-49A0-B2FF-81D8DB7D8A24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30372448" sldId="258"/>
            <ac:spMk id="20" creationId="{8D71EDA1-87BF-4D5D-AB79-F346FD19278A}"/>
          </ac:spMkLst>
        </pc:sp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1132498838" sldId="259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132498838" sldId="259"/>
            <ac:spMk id="2" creationId="{F281F616-DACF-B578-15F1-F6C64A6031CC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132498838" sldId="259"/>
            <ac:spMk id="9" creationId="{BACC6370-2D7E-4714-9D71-7542949D7D5D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132498838" sldId="259"/>
            <ac:spMk id="11" creationId="{F68B3F68-107C-434F-AA38-110D5EA91B85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132498838" sldId="259"/>
            <ac:spMk id="13" creationId="{AAD0DBB9-1A4B-4391-81D4-CB19F9AB918A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1132498838" sldId="259"/>
            <ac:spMk id="15" creationId="{063BBA22-50EA-4C4D-BE05-F1CE4E63AA56}"/>
          </ac:spMkLst>
        </pc:spChg>
        <pc:graphicFrameChg chg="mod ord">
          <ac:chgData name="Ali Burkemper" userId="S::aeburkemper@crimson.ua.edu::658fb497-37d3-460d-b822-a2c5d5932d16" providerId="AD" clId="Web-{3F391E33-D98A-5A05-CDB4-4CD1E400E477}" dt="2026-02-24T04:25:20.927" v="439"/>
          <ac:graphicFrameMkLst>
            <pc:docMk/>
            <pc:sldMk cId="1132498838" sldId="259"/>
            <ac:graphicFrameMk id="5" creationId="{F08779A6-BBCE-D4E3-83D6-9357435FFAA5}"/>
          </ac:graphicFrameMkLst>
        </pc:graphicFrame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3689694330" sldId="260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689694330" sldId="260"/>
            <ac:spMk id="2" creationId="{838E9BCF-8474-C7EE-F2E7-668C9C590DD4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689694330" sldId="260"/>
            <ac:spMk id="9" creationId="{A4AC5506-6312-4701-8D3C-40187889A947}"/>
          </ac:spMkLst>
        </pc:spChg>
        <pc:picChg chg="mod ord">
          <ac:chgData name="Ali Burkemper" userId="S::aeburkemper@crimson.ua.edu::658fb497-37d3-460d-b822-a2c5d5932d16" providerId="AD" clId="Web-{3F391E33-D98A-5A05-CDB4-4CD1E400E477}" dt="2026-02-24T04:25:20.927" v="439"/>
          <ac:picMkLst>
            <pc:docMk/>
            <pc:sldMk cId="3689694330" sldId="260"/>
            <ac:picMk id="4" creationId="{1644C993-7364-7181-7AE1-A169FDAE85F3}"/>
          </ac:picMkLst>
        </pc:pic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766171391" sldId="261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766171391" sldId="261"/>
            <ac:spMk id="2" creationId="{F27DBEE7-26DA-F672-10F2-1D6006EB69AB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766171391" sldId="261"/>
            <ac:spMk id="11" creationId="{BACC6370-2D7E-4714-9D71-7542949D7D5D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766171391" sldId="261"/>
            <ac:spMk id="13" creationId="{F68B3F68-107C-434F-AA38-110D5EA91B85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766171391" sldId="261"/>
            <ac:spMk id="15" creationId="{AAD0DBB9-1A4B-4391-81D4-CB19F9AB918A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766171391" sldId="261"/>
            <ac:spMk id="17" creationId="{063BBA22-50EA-4C4D-BE05-F1CE4E63AA56}"/>
          </ac:spMkLst>
        </pc:sp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2965176326" sldId="262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2965176326" sldId="262"/>
            <ac:spMk id="2" creationId="{1AFC617B-85F4-A61B-8AA8-E510BEED1F67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2965176326" sldId="262"/>
            <ac:spMk id="9" creationId="{56E9B3E6-E277-4D68-BA48-9CB43FFBD6E2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2965176326" sldId="262"/>
            <ac:spMk id="16" creationId="{D5B0017B-2ECA-49AF-B397-DC140825DF8D}"/>
          </ac:spMkLst>
        </pc:spChg>
        <pc:grpChg chg="add del">
          <ac:chgData name="Ali Burkemper" userId="S::aeburkemper@crimson.ua.edu::658fb497-37d3-460d-b822-a2c5d5932d16" providerId="AD" clId="Web-{3F391E33-D98A-5A05-CDB4-4CD1E400E477}" dt="2026-02-24T04:25:20.927" v="439"/>
          <ac:grpSpMkLst>
            <pc:docMk/>
            <pc:sldMk cId="2965176326" sldId="262"/>
            <ac:grpSpMk id="11" creationId="{AE1C45F0-260A-458C-96ED-C1F6D2151219}"/>
          </ac:grpSpMkLst>
        </pc:grpChg>
        <pc:graphicFrameChg chg="mod ord">
          <ac:chgData name="Ali Burkemper" userId="S::aeburkemper@crimson.ua.edu::658fb497-37d3-460d-b822-a2c5d5932d16" providerId="AD" clId="Web-{3F391E33-D98A-5A05-CDB4-4CD1E400E477}" dt="2026-02-24T04:25:20.927" v="439"/>
          <ac:graphicFrameMkLst>
            <pc:docMk/>
            <pc:sldMk cId="2965176326" sldId="262"/>
            <ac:graphicFrameMk id="5" creationId="{928C3C6A-6B1C-72BB-6FF6-FCDE6353C572}"/>
          </ac:graphicFrameMkLst>
        </pc:graphicFrameChg>
        <pc:cxnChg chg="add del">
          <ac:chgData name="Ali Burkemper" userId="S::aeburkemper@crimson.ua.edu::658fb497-37d3-460d-b822-a2c5d5932d16" providerId="AD" clId="Web-{3F391E33-D98A-5A05-CDB4-4CD1E400E477}" dt="2026-02-24T04:25:20.927" v="439"/>
          <ac:cxnSpMkLst>
            <pc:docMk/>
            <pc:sldMk cId="2965176326" sldId="262"/>
            <ac:cxnSpMk id="18" creationId="{6CF1BAF6-AD41-4082-B212-8A1F9A2E8779}"/>
          </ac:cxnSpMkLst>
        </pc:cxn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429894158" sldId="263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" creationId="{BA03CF9D-3B25-B6F4-4822-0D70ECD283A6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1" creationId="{8C790BE2-4E4F-4AAF-81A2-4A6F4885EBE6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2" creationId="{D28B54C3-B57B-472A-B96E-1FCB67093DC2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3" creationId="{7DB3C429-F8DA-49B9-AF84-21996FCF78B5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4" creationId="{E12088DD-B1AD-40E0-8B86-1D87A2CCD9BE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5" creationId="{C4C9F2B0-1044-46EB-8AEB-C3BFFDE6C2CC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6" creationId="{0C395952-4E26-45A2-8756-2ADFD6E53C6E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429894158" sldId="263"/>
            <ac:spMk id="27" creationId="{4734BADF-9461-4621-B112-2D7BABEA7DD0}"/>
          </ac:spMkLst>
        </pc:spChg>
      </pc:sldChg>
      <pc:sldChg chg="modSp mod modClrScheme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3140801389" sldId="264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140801389" sldId="264"/>
            <ac:spMk id="2" creationId="{FD7D52EF-25BF-639C-F4C6-C807EC972AA4}"/>
          </ac:spMkLst>
        </pc:spChg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140801389" sldId="264"/>
            <ac:spMk id="3" creationId="{BADCFF9C-9D7C-F33F-9609-E5AD00288FF2}"/>
          </ac:spMkLst>
        </pc:spChg>
      </pc:sldChg>
      <pc:sldChg chg="modSp mod modClrScheme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834441759" sldId="265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834441759" sldId="265"/>
            <ac:spMk id="2" creationId="{64769584-D4D1-8CC7-365E-3B65CD5117DC}"/>
          </ac:spMkLst>
        </pc:spChg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834441759" sldId="265"/>
            <ac:spMk id="3" creationId="{8D398E07-19AE-51A9-CB8E-0349C10FCFA0}"/>
          </ac:spMkLst>
        </pc:sp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3446763333" sldId="266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446763333" sldId="266"/>
            <ac:spMk id="2" creationId="{3C90A94F-0505-D8EC-488F-0619D48507B9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446763333" sldId="266"/>
            <ac:spMk id="14" creationId="{6F5A5072-7B47-4D32-B52A-4EBBF590B8A5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446763333" sldId="266"/>
            <ac:spMk id="16" creationId="{9715DAF0-AE1B-46C9-8A6B-DB2AA05AB91D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446763333" sldId="266"/>
            <ac:spMk id="18" creationId="{6016219D-510E-4184-9090-6D5578A87BD1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446763333" sldId="266"/>
            <ac:spMk id="20" creationId="{AFF4A713-7B75-4B21-90D7-5AB19547C728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446763333" sldId="266"/>
            <ac:spMk id="22" creationId="{DC631C0B-6DA6-4E57-8231-CE32B3434A7E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446763333" sldId="266"/>
            <ac:spMk id="24" creationId="{C29501E6-A978-4A61-9689-9085AF97A53A}"/>
          </ac:spMkLst>
        </pc:spChg>
      </pc:sldChg>
      <pc:sldChg chg="modSp mod modClrScheme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972674783" sldId="267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972674783" sldId="267"/>
            <ac:spMk id="2" creationId="{34ADF450-A110-4DE2-A424-42FC0CAC3005}"/>
          </ac:spMkLst>
        </pc:spChg>
        <pc:graphicFrameChg chg="mod ord modGraphic">
          <ac:chgData name="Ali Burkemper" userId="S::aeburkemper@crimson.ua.edu::658fb497-37d3-460d-b822-a2c5d5932d16" providerId="AD" clId="Web-{3F391E33-D98A-5A05-CDB4-4CD1E400E477}" dt="2026-02-24T04:25:20.927" v="439"/>
          <ac:graphicFrameMkLst>
            <pc:docMk/>
            <pc:sldMk cId="972674783" sldId="267"/>
            <ac:graphicFrameMk id="5" creationId="{A054B93A-E8DA-6348-0D9D-42F36A0372D7}"/>
          </ac:graphicFrameMkLst>
        </pc:graphicFrame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937733914" sldId="269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937733914" sldId="269"/>
            <ac:spMk id="2" creationId="{B5F51E86-6881-BD38-B9D5-E411F1FF6573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937733914" sldId="269"/>
            <ac:spMk id="9" creationId="{1C3425E2-1E38-EDD8-C05E-0DB240EECFEF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937733914" sldId="269"/>
            <ac:spMk id="16" creationId="{2003D269-0D57-80FA-FEE4-0D151E307ADF}"/>
          </ac:spMkLst>
        </pc:spChg>
        <pc:grpChg chg="add del">
          <ac:chgData name="Ali Burkemper" userId="S::aeburkemper@crimson.ua.edu::658fb497-37d3-460d-b822-a2c5d5932d16" providerId="AD" clId="Web-{3F391E33-D98A-5A05-CDB4-4CD1E400E477}" dt="2026-02-24T04:25:20.927" v="439"/>
          <ac:grpSpMkLst>
            <pc:docMk/>
            <pc:sldMk cId="937733914" sldId="269"/>
            <ac:grpSpMk id="11" creationId="{404772AB-ED94-1F62-695E-756F95EBD561}"/>
          </ac:grpSpMkLst>
        </pc:grpChg>
        <pc:graphicFrameChg chg="mod ord">
          <ac:chgData name="Ali Burkemper" userId="S::aeburkemper@crimson.ua.edu::658fb497-37d3-460d-b822-a2c5d5932d16" providerId="AD" clId="Web-{3F391E33-D98A-5A05-CDB4-4CD1E400E477}" dt="2026-02-24T04:25:20.927" v="439"/>
          <ac:graphicFrameMkLst>
            <pc:docMk/>
            <pc:sldMk cId="937733914" sldId="269"/>
            <ac:graphicFrameMk id="5" creationId="{940599F5-1178-641A-7898-141FB310DBE5}"/>
          </ac:graphicFrameMkLst>
        </pc:graphicFrameChg>
        <pc:cxnChg chg="add del">
          <ac:chgData name="Ali Burkemper" userId="S::aeburkemper@crimson.ua.edu::658fb497-37d3-460d-b822-a2c5d5932d16" providerId="AD" clId="Web-{3F391E33-D98A-5A05-CDB4-4CD1E400E477}" dt="2026-02-24T04:25:20.927" v="439"/>
          <ac:cxnSpMkLst>
            <pc:docMk/>
            <pc:sldMk cId="937733914" sldId="269"/>
            <ac:cxnSpMk id="18" creationId="{B4437C35-C567-F1C9-40C2-98BFEDC85E23}"/>
          </ac:cxnSpMkLst>
        </pc:cxnChg>
      </pc:sldChg>
      <pc:sldChg chg="addSp delSp modSp mod modClrScheme delDesignElem chgLayout">
        <pc:chgData name="Ali Burkemper" userId="S::aeburkemper@crimson.ua.edu::658fb497-37d3-460d-b822-a2c5d5932d16" providerId="AD" clId="Web-{3F391E33-D98A-5A05-CDB4-4CD1E400E477}" dt="2026-02-24T04:25:20.927" v="439"/>
        <pc:sldMkLst>
          <pc:docMk/>
          <pc:sldMk cId="3903605293" sldId="270"/>
        </pc:sldMkLst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2" creationId="{C524EF63-274A-9358-E55D-79C9AAF7EB8B}"/>
          </ac:spMkLst>
        </pc:spChg>
        <pc:spChg chg="mod ord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3" creationId="{0B554B66-1A9C-BA3B-08BC-8D1DB1E0698E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3:35:28.275" v="26"/>
          <ac:spMkLst>
            <pc:docMk/>
            <pc:sldMk cId="3903605293" sldId="270"/>
            <ac:spMk id="4" creationId="{A1D8DA92-4A17-36A1-A7A9-A8E536B4C324}"/>
          </ac:spMkLst>
        </pc:spChg>
        <pc:spChg chg="add mod">
          <ac:chgData name="Ali Burkemper" userId="S::aeburkemper@crimson.ua.edu::658fb497-37d3-460d-b822-a2c5d5932d16" providerId="AD" clId="Web-{3F391E33-D98A-5A05-CDB4-4CD1E400E477}" dt="2026-02-24T04:09:28.027" v="290" actId="1076"/>
          <ac:spMkLst>
            <pc:docMk/>
            <pc:sldMk cId="3903605293" sldId="270"/>
            <ac:spMk id="5" creationId="{474C8351-C100-3989-527F-9DF52A10DA9E}"/>
          </ac:spMkLst>
        </pc:spChg>
        <pc:spChg chg="add del mod ord">
          <ac:chgData name="Ali Burkemper" userId="S::aeburkemper@crimson.ua.edu::658fb497-37d3-460d-b822-a2c5d5932d16" providerId="AD" clId="Web-{3F391E33-D98A-5A05-CDB4-4CD1E400E477}" dt="2026-02-24T04:01:24.666" v="233"/>
          <ac:spMkLst>
            <pc:docMk/>
            <pc:sldMk cId="3903605293" sldId="270"/>
            <ac:spMk id="6" creationId="{E8A73DE4-E767-0F0F-735A-06DC416209DB}"/>
          </ac:spMkLst>
        </pc:spChg>
        <pc:spChg chg="add mod">
          <ac:chgData name="Ali Burkemper" userId="S::aeburkemper@crimson.ua.edu::658fb497-37d3-460d-b822-a2c5d5932d16" providerId="AD" clId="Web-{3F391E33-D98A-5A05-CDB4-4CD1E400E477}" dt="2026-02-24T04:10:35.731" v="321" actId="20577"/>
          <ac:spMkLst>
            <pc:docMk/>
            <pc:sldMk cId="3903605293" sldId="270"/>
            <ac:spMk id="7" creationId="{1DED5215-E30A-1A25-7A5E-F97B9C2920E9}"/>
          </ac:spMkLst>
        </pc:spChg>
        <pc:spChg chg="add mod">
          <ac:chgData name="Ali Burkemper" userId="S::aeburkemper@crimson.ua.edu::658fb497-37d3-460d-b822-a2c5d5932d16" providerId="AD" clId="Web-{3F391E33-D98A-5A05-CDB4-4CD1E400E477}" dt="2026-02-24T04:11:39.184" v="353" actId="20577"/>
          <ac:spMkLst>
            <pc:docMk/>
            <pc:sldMk cId="3903605293" sldId="270"/>
            <ac:spMk id="8" creationId="{2DBFB578-8D91-46F9-4AE0-680ACC525D86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14" creationId="{D52898EB-4221-040F-9264-40ED09593AC4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15" creationId="{438E06D4-504F-F960-4AC1-97171A742A4A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16" creationId="{24473888-79C8-B025-921F-6AAD52E5EEC4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17" creationId="{C64E6B85-4B73-F5E5-1F6C-9E32A3EB1427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18" creationId="{BBBB1EF2-AF14-E986-668A-53F7811ED949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19" creationId="{1E4626FA-13DD-6D0E-FD09-2B4F9DD6E2B5}"/>
          </ac:spMkLst>
        </pc:spChg>
        <pc:spChg chg="add del">
          <ac:chgData name="Ali Burkemper" userId="S::aeburkemper@crimson.ua.edu::658fb497-37d3-460d-b822-a2c5d5932d16" providerId="AD" clId="Web-{3F391E33-D98A-5A05-CDB4-4CD1E400E477}" dt="2026-02-24T04:25:20.927" v="439"/>
          <ac:spMkLst>
            <pc:docMk/>
            <pc:sldMk cId="3903605293" sldId="270"/>
            <ac:spMk id="20" creationId="{B7472F77-36E5-A027-383A-8AACDF1CF3DA}"/>
          </ac:spMkLst>
        </pc:spChg>
      </pc:sldChg>
      <pc:sldMasterChg chg="add del addSldLayout delSldLayout">
        <pc:chgData name="Ali Burkemper" userId="S::aeburkemper@crimson.ua.edu::658fb497-37d3-460d-b822-a2c5d5932d16" providerId="AD" clId="Web-{3F391E33-D98A-5A05-CDB4-4CD1E400E477}" dt="2026-02-24T04:25:20.927" v="439"/>
        <pc:sldMasterMkLst>
          <pc:docMk/>
          <pc:sldMasterMk cId="2460954070" sldId="2147483660"/>
        </pc:sldMasterMkLst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5:20.927" v="439"/>
        <pc:sldMasterMkLst>
          <pc:docMk/>
          <pc:sldMasterMk cId="2087741876" sldId="2147483672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3625134794" sldId="214748367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3142996603" sldId="214748367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1938608533" sldId="214748367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181852028" sldId="214748367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2242072937" sldId="214748367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3671489902" sldId="214748367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2853180904" sldId="214748367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71187568" sldId="214748368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1000651514" sldId="214748368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473125629" sldId="214748368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20.927" v="439"/>
          <pc:sldLayoutMkLst>
            <pc:docMk/>
            <pc:sldMasterMk cId="2087741876" sldId="2147483672"/>
            <pc:sldLayoutMk cId="2886466098" sldId="2147483683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5:19.864" v="438"/>
        <pc:sldMasterMkLst>
          <pc:docMk/>
          <pc:sldMasterMk cId="4189511080" sldId="2147483684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891133721" sldId="214748368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4031249594" sldId="214748368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3965402422" sldId="214748368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1135034584" sldId="214748368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2536401846" sldId="214748368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1400026801" sldId="214748369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2503837958" sldId="214748369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556288977" sldId="214748369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91346366" sldId="214748369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1555888558" sldId="214748369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9.864" v="438"/>
          <pc:sldLayoutMkLst>
            <pc:docMk/>
            <pc:sldMasterMk cId="4189511080" sldId="2147483684"/>
            <pc:sldLayoutMk cId="985539457" sldId="2147483695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5:18.739" v="437"/>
        <pc:sldMasterMkLst>
          <pc:docMk/>
          <pc:sldMasterMk cId="656554474" sldId="2147483696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4176207633" sldId="214748369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4002971035" sldId="214748369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1922804637" sldId="214748369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1768968299" sldId="214748370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508729396" sldId="214748370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1164613810" sldId="214748370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3109798192" sldId="214748370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1513873995" sldId="214748370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3160951723" sldId="214748370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3485492013" sldId="214748370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8.739" v="437"/>
          <pc:sldLayoutMkLst>
            <pc:docMk/>
            <pc:sldMasterMk cId="656554474" sldId="2147483696"/>
            <pc:sldLayoutMk cId="976225608" sldId="2147483707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5:17.630" v="436"/>
        <pc:sldMasterMkLst>
          <pc:docMk/>
          <pc:sldMasterMk cId="770073200" sldId="2147483708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3282577394" sldId="214748370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3582376944" sldId="214748371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96143132" sldId="214748371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2610402061" sldId="214748371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14045437" sldId="214748371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1063939826" sldId="214748371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176139486" sldId="214748371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1778434610" sldId="214748371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2713709872" sldId="214748371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1278441361" sldId="214748371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5:17.630" v="436"/>
          <pc:sldLayoutMkLst>
            <pc:docMk/>
            <pc:sldMasterMk cId="770073200" sldId="2147483708"/>
            <pc:sldLayoutMk cId="3717442977" sldId="2147483719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4:49.770" v="435"/>
        <pc:sldMasterMkLst>
          <pc:docMk/>
          <pc:sldMasterMk cId="1498583278" sldId="2147483720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2927120177" sldId="214748372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1919289038" sldId="214748372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511309957" sldId="214748372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504826261" sldId="214748372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1327708347" sldId="214748372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900008360" sldId="214748372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1150240318" sldId="214748372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724241977" sldId="214748372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1703745732" sldId="214748372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4281538291" sldId="214748373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9.770" v="435"/>
          <pc:sldLayoutMkLst>
            <pc:docMk/>
            <pc:sldMasterMk cId="1498583278" sldId="2147483720"/>
            <pc:sldLayoutMk cId="1656578695" sldId="2147483731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4:48.302" v="434"/>
        <pc:sldMasterMkLst>
          <pc:docMk/>
          <pc:sldMasterMk cId="1268015638" sldId="2147483732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453852723" sldId="214748373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2531981807" sldId="214748373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3886562320" sldId="214748373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1675601844" sldId="214748373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510968002" sldId="214748373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2882426742" sldId="214748373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543259662" sldId="214748373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3172204165" sldId="214748374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2967594643" sldId="214748374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265693546" sldId="214748374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8.302" v="434"/>
          <pc:sldLayoutMkLst>
            <pc:docMk/>
            <pc:sldMasterMk cId="1268015638" sldId="2147483732"/>
            <pc:sldLayoutMk cId="773400380" sldId="2147483743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4:47.036" v="433"/>
        <pc:sldMasterMkLst>
          <pc:docMk/>
          <pc:sldMasterMk cId="1584461419" sldId="2147483744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1881665991" sldId="214748374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3734310164" sldId="214748374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2914275325" sldId="214748374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2939753584" sldId="214748374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3395990077" sldId="214748374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1654973439" sldId="214748375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3107321569" sldId="214748375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3463548498" sldId="214748375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80355221" sldId="214748375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3805186614" sldId="214748375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7.036" v="433"/>
          <pc:sldLayoutMkLst>
            <pc:docMk/>
            <pc:sldMasterMk cId="1584461419" sldId="2147483744"/>
            <pc:sldLayoutMk cId="1782043592" sldId="2147483755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4:46.130" v="432"/>
        <pc:sldMasterMkLst>
          <pc:docMk/>
          <pc:sldMasterMk cId="4203604371" sldId="2147483756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1505681239" sldId="214748375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1792057252" sldId="214748375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2576811264" sldId="214748375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904333972" sldId="214748376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321098865" sldId="214748376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889342663" sldId="214748376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2585922487" sldId="214748376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2269761014" sldId="214748376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75047140" sldId="214748376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2352631379" sldId="214748376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6.130" v="432"/>
          <pc:sldLayoutMkLst>
            <pc:docMk/>
            <pc:sldMasterMk cId="4203604371" sldId="2147483756"/>
            <pc:sldLayoutMk cId="1282048346" sldId="2147483767"/>
          </pc:sldLayoutMkLst>
        </pc:sldLayoutChg>
      </pc:sldMasterChg>
      <pc:sldMasterChg chg="add del addSldLayout delSldLayout modSldLayout">
        <pc:chgData name="Ali Burkemper" userId="S::aeburkemper@crimson.ua.edu::658fb497-37d3-460d-b822-a2c5d5932d16" providerId="AD" clId="Web-{3F391E33-D98A-5A05-CDB4-4CD1E400E477}" dt="2026-02-24T04:24:45.114" v="431"/>
        <pc:sldMasterMkLst>
          <pc:docMk/>
          <pc:sldMasterMk cId="320527576" sldId="2147483768"/>
        </pc:sldMasterMkLst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869330905" sldId="2147483769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660755134" sldId="2147483770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1333742410" sldId="2147483771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3735735514" sldId="2147483772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513433881" sldId="2147483773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1674266795" sldId="2147483774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1766511362" sldId="2147483775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982779087" sldId="2147483776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2613194655" sldId="2147483777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2601027939" sldId="2147483778"/>
          </pc:sldLayoutMkLst>
        </pc:sldLayoutChg>
        <pc:sldLayoutChg chg="add del mod replId">
          <pc:chgData name="Ali Burkemper" userId="S::aeburkemper@crimson.ua.edu::658fb497-37d3-460d-b822-a2c5d5932d16" providerId="AD" clId="Web-{3F391E33-D98A-5A05-CDB4-4CD1E400E477}" dt="2026-02-24T04:24:45.114" v="431"/>
          <pc:sldLayoutMkLst>
            <pc:docMk/>
            <pc:sldMasterMk cId="320527576" sldId="2147483768"/>
            <pc:sldLayoutMk cId="1175586116" sldId="2147483779"/>
          </pc:sldLayoutMkLst>
        </pc:sldLayoutChg>
      </pc:sldMasterChg>
    </pc:docChg>
  </pc:docChgLst>
  <pc:docChgLst>
    <pc:chgData name="Alexander Steffey" userId="S::arsteffey@crimson.ua.edu::1a9f7020-75cb-4320-877d-6c5202743d75" providerId="AD" clId="Web-{5B0B5A53-DEBF-91FA-1395-0321F8C78D39}"/>
    <pc:docChg chg="modSld">
      <pc:chgData name="Alexander Steffey" userId="S::arsteffey@crimson.ua.edu::1a9f7020-75cb-4320-877d-6c5202743d75" providerId="AD" clId="Web-{5B0B5A53-DEBF-91FA-1395-0321F8C78D39}" dt="2026-02-24T19:06:53.689" v="25" actId="20577"/>
      <pc:docMkLst>
        <pc:docMk/>
      </pc:docMkLst>
      <pc:sldChg chg="modSp">
        <pc:chgData name="Alexander Steffey" userId="S::arsteffey@crimson.ua.edu::1a9f7020-75cb-4320-877d-6c5202743d75" providerId="AD" clId="Web-{5B0B5A53-DEBF-91FA-1395-0321F8C78D39}" dt="2026-02-24T19:04:38.656" v="4" actId="20577"/>
        <pc:sldMkLst>
          <pc:docMk/>
          <pc:sldMk cId="4230372448" sldId="258"/>
        </pc:sldMkLst>
        <pc:spChg chg="mod">
          <ac:chgData name="Alexander Steffey" userId="S::arsteffey@crimson.ua.edu::1a9f7020-75cb-4320-877d-6c5202743d75" providerId="AD" clId="Web-{5B0B5A53-DEBF-91FA-1395-0321F8C78D39}" dt="2026-02-24T19:04:38.656" v="4" actId="20577"/>
          <ac:spMkLst>
            <pc:docMk/>
            <pc:sldMk cId="4230372448" sldId="258"/>
            <ac:spMk id="3" creationId="{E12D1AAD-ECAF-0E1A-CEE9-02E51CD431BE}"/>
          </ac:spMkLst>
        </pc:spChg>
      </pc:sldChg>
      <pc:sldChg chg="modSp">
        <pc:chgData name="Alexander Steffey" userId="S::arsteffey@crimson.ua.edu::1a9f7020-75cb-4320-877d-6c5202743d75" providerId="AD" clId="Web-{5B0B5A53-DEBF-91FA-1395-0321F8C78D39}" dt="2026-02-24T19:06:53.689" v="25" actId="20577"/>
        <pc:sldMkLst>
          <pc:docMk/>
          <pc:sldMk cId="3140801389" sldId="264"/>
        </pc:sldMkLst>
        <pc:spChg chg="mod">
          <ac:chgData name="Alexander Steffey" userId="S::arsteffey@crimson.ua.edu::1a9f7020-75cb-4320-877d-6c5202743d75" providerId="AD" clId="Web-{5B0B5A53-DEBF-91FA-1395-0321F8C78D39}" dt="2026-02-24T19:06:53.689" v="25" actId="20577"/>
          <ac:spMkLst>
            <pc:docMk/>
            <pc:sldMk cId="3140801389" sldId="264"/>
            <ac:spMk id="25" creationId="{BADCFF9C-9D7C-F33F-9609-E5AD00288FF2}"/>
          </ac:spMkLst>
        </pc:spChg>
      </pc:sldChg>
    </pc:docChg>
  </pc:docChgLst>
  <pc:docChgLst>
    <pc:chgData name="Ali Burkemper" userId="S::aeburkemper@crimson.ua.edu::658fb497-37d3-460d-b822-a2c5d5932d16" providerId="AD" clId="Web-{2116E04A-D9A0-49B0-CC21-E736F6B00D12}"/>
    <pc:docChg chg="addSld modSld">
      <pc:chgData name="Ali Burkemper" userId="S::aeburkemper@crimson.ua.edu::658fb497-37d3-460d-b822-a2c5d5932d16" providerId="AD" clId="Web-{2116E04A-D9A0-49B0-CC21-E736F6B00D12}" dt="2026-02-24T00:02:33.786" v="1880" actId="20577"/>
      <pc:docMkLst>
        <pc:docMk/>
      </pc:docMkLst>
      <pc:sldChg chg="addSp delSp modSp">
        <pc:chgData name="Ali Burkemper" userId="S::aeburkemper@crimson.ua.edu::658fb497-37d3-460d-b822-a2c5d5932d16" providerId="AD" clId="Web-{2116E04A-D9A0-49B0-CC21-E736F6B00D12}" dt="2026-02-23T23:40:25.261" v="1203"/>
        <pc:sldMkLst>
          <pc:docMk/>
          <pc:sldMk cId="109857222" sldId="256"/>
        </pc:sldMkLst>
        <pc:spChg chg="add mod">
          <ac:chgData name="Ali Burkemper" userId="S::aeburkemper@crimson.ua.edu::658fb497-37d3-460d-b822-a2c5d5932d16" providerId="AD" clId="Web-{2116E04A-D9A0-49B0-CC21-E736F6B00D12}" dt="2026-02-23T20:49:33.624" v="441" actId="20577"/>
          <ac:spMkLst>
            <pc:docMk/>
            <pc:sldMk cId="109857222" sldId="256"/>
            <ac:spMk id="4" creationId="{504FD755-988B-D7E3-6D78-91D598686F78}"/>
          </ac:spMkLst>
        </pc:spChg>
        <pc:spChg chg="add mod">
          <ac:chgData name="Ali Burkemper" userId="S::aeburkemper@crimson.ua.edu::658fb497-37d3-460d-b822-a2c5d5932d16" providerId="AD" clId="Web-{2116E04A-D9A0-49B0-CC21-E736F6B00D12}" dt="2026-02-23T23:40:12.933" v="1199" actId="20577"/>
          <ac:spMkLst>
            <pc:docMk/>
            <pc:sldMk cId="109857222" sldId="256"/>
            <ac:spMk id="5" creationId="{8213F85F-3DD4-A697-9B30-1FA4B8FA7A97}"/>
          </ac:spMkLst>
        </pc:spChg>
        <pc:picChg chg="add del mod">
          <ac:chgData name="Ali Burkemper" userId="S::aeburkemper@crimson.ua.edu::658fb497-37d3-460d-b822-a2c5d5932d16" providerId="AD" clId="Web-{2116E04A-D9A0-49B0-CC21-E736F6B00D12}" dt="2026-02-23T23:40:25.261" v="1203"/>
          <ac:picMkLst>
            <pc:docMk/>
            <pc:sldMk cId="109857222" sldId="256"/>
            <ac:picMk id="6" creationId="{AB493239-CF74-14BD-03D1-D4A7DD0E2449}"/>
          </ac:picMkLst>
        </pc:picChg>
      </pc:sldChg>
      <pc:sldChg chg="addSp delSp modSp mod modClrScheme chgLayout">
        <pc:chgData name="Ali Burkemper" userId="S::aeburkemper@crimson.ua.edu::658fb497-37d3-460d-b822-a2c5d5932d16" providerId="AD" clId="Web-{2116E04A-D9A0-49B0-CC21-E736F6B00D12}" dt="2026-02-24T00:02:33.786" v="1880" actId="20577"/>
        <pc:sldMkLst>
          <pc:docMk/>
          <pc:sldMk cId="3001883921" sldId="257"/>
        </pc:sldMkLst>
        <pc:spChg chg="mod ord">
          <ac:chgData name="Ali Burkemper" userId="S::aeburkemper@crimson.ua.edu::658fb497-37d3-460d-b822-a2c5d5932d16" providerId="AD" clId="Web-{2116E04A-D9A0-49B0-CC21-E736F6B00D12}" dt="2026-02-23T23:57:47.191" v="1867" actId="20577"/>
          <ac:spMkLst>
            <pc:docMk/>
            <pc:sldMk cId="3001883921" sldId="257"/>
            <ac:spMk id="2" creationId="{3D0577AE-B951-20A3-D342-8D2C028D9EAD}"/>
          </ac:spMkLst>
        </pc:spChg>
        <pc:spChg chg="mod ord">
          <ac:chgData name="Ali Burkemper" userId="S::aeburkemper@crimson.ua.edu::658fb497-37d3-460d-b822-a2c5d5932d16" providerId="AD" clId="Web-{2116E04A-D9A0-49B0-CC21-E736F6B00D12}" dt="2026-02-23T23:53:56.173" v="1783" actId="20577"/>
          <ac:spMkLst>
            <pc:docMk/>
            <pc:sldMk cId="3001883921" sldId="257"/>
            <ac:spMk id="3" creationId="{9C72D593-730A-3927-6F4A-682BD24602CC}"/>
          </ac:spMkLst>
        </pc:spChg>
        <pc:spChg chg="add del">
          <ac:chgData name="Ali Burkemper" userId="S::aeburkemper@crimson.ua.edu::658fb497-37d3-460d-b822-a2c5d5932d16" providerId="AD" clId="Web-{2116E04A-D9A0-49B0-CC21-E736F6B00D12}" dt="2026-02-23T20:52:54.083" v="466"/>
          <ac:spMkLst>
            <pc:docMk/>
            <pc:sldMk cId="3001883921" sldId="257"/>
            <ac:spMk id="4" creationId="{269C2AD8-7497-B9E2-93BC-FE19527011A7}"/>
          </ac:spMkLst>
        </pc:spChg>
        <pc:spChg chg="add mod ord">
          <ac:chgData name="Ali Burkemper" userId="S::aeburkemper@crimson.ua.edu::658fb497-37d3-460d-b822-a2c5d5932d16" providerId="AD" clId="Web-{2116E04A-D9A0-49B0-CC21-E736F6B00D12}" dt="2026-02-24T00:02:33.786" v="1880" actId="20577"/>
          <ac:spMkLst>
            <pc:docMk/>
            <pc:sldMk cId="3001883921" sldId="257"/>
            <ac:spMk id="4" creationId="{8966DEB1-4789-BD00-30EF-32A60745E88A}"/>
          </ac:spMkLst>
        </pc:spChg>
        <pc:spChg chg="add del mod">
          <ac:chgData name="Ali Burkemper" userId="S::aeburkemper@crimson.ua.edu::658fb497-37d3-460d-b822-a2c5d5932d16" providerId="AD" clId="Web-{2116E04A-D9A0-49B0-CC21-E736F6B00D12}" dt="2026-02-23T20:58:11.979" v="761"/>
          <ac:spMkLst>
            <pc:docMk/>
            <pc:sldMk cId="3001883921" sldId="257"/>
            <ac:spMk id="5" creationId="{56E65651-E37A-F3B2-A9DF-15ABD768CD67}"/>
          </ac:spMkLst>
        </pc:spChg>
      </pc:sldChg>
      <pc:sldChg chg="modSp">
        <pc:chgData name="Ali Burkemper" userId="S::aeburkemper@crimson.ua.edu::658fb497-37d3-460d-b822-a2c5d5932d16" providerId="AD" clId="Web-{2116E04A-D9A0-49B0-CC21-E736F6B00D12}" dt="2026-02-23T23:57:50.238" v="1868" actId="20577"/>
        <pc:sldMkLst>
          <pc:docMk/>
          <pc:sldMk cId="4230372448" sldId="258"/>
        </pc:sldMkLst>
        <pc:spChg chg="mod">
          <ac:chgData name="Ali Burkemper" userId="S::aeburkemper@crimson.ua.edu::658fb497-37d3-460d-b822-a2c5d5932d16" providerId="AD" clId="Web-{2116E04A-D9A0-49B0-CC21-E736F6B00D12}" dt="2026-02-23T23:57:50.238" v="1868" actId="20577"/>
          <ac:spMkLst>
            <pc:docMk/>
            <pc:sldMk cId="4230372448" sldId="258"/>
            <ac:spMk id="2" creationId="{B0C973BF-F6B9-B2E8-742A-01B3BE9F9038}"/>
          </ac:spMkLst>
        </pc:spChg>
      </pc:sldChg>
      <pc:sldChg chg="modSp">
        <pc:chgData name="Ali Burkemper" userId="S::aeburkemper@crimson.ua.edu::658fb497-37d3-460d-b822-a2c5d5932d16" providerId="AD" clId="Web-{2116E04A-D9A0-49B0-CC21-E736F6B00D12}" dt="2026-02-23T23:57:58.316" v="1869" actId="20577"/>
        <pc:sldMkLst>
          <pc:docMk/>
          <pc:sldMk cId="1132498838" sldId="259"/>
        </pc:sldMkLst>
        <pc:spChg chg="mod">
          <ac:chgData name="Ali Burkemper" userId="S::aeburkemper@crimson.ua.edu::658fb497-37d3-460d-b822-a2c5d5932d16" providerId="AD" clId="Web-{2116E04A-D9A0-49B0-CC21-E736F6B00D12}" dt="2026-02-23T23:57:58.316" v="1869" actId="20577"/>
          <ac:spMkLst>
            <pc:docMk/>
            <pc:sldMk cId="1132498838" sldId="259"/>
            <ac:spMk id="2" creationId="{F281F616-DACF-B578-15F1-F6C64A6031CC}"/>
          </ac:spMkLst>
        </pc:spChg>
      </pc:sldChg>
      <pc:sldChg chg="modSp">
        <pc:chgData name="Ali Burkemper" userId="S::aeburkemper@crimson.ua.edu::658fb497-37d3-460d-b822-a2c5d5932d16" providerId="AD" clId="Web-{2116E04A-D9A0-49B0-CC21-E736F6B00D12}" dt="2026-02-23T23:41:10.620" v="1214" actId="20577"/>
        <pc:sldMkLst>
          <pc:docMk/>
          <pc:sldMk cId="2965176326" sldId="262"/>
        </pc:sldMkLst>
        <pc:spChg chg="mod">
          <ac:chgData name="Ali Burkemper" userId="S::aeburkemper@crimson.ua.edu::658fb497-37d3-460d-b822-a2c5d5932d16" providerId="AD" clId="Web-{2116E04A-D9A0-49B0-CC21-E736F6B00D12}" dt="2026-02-23T23:41:10.620" v="1214" actId="20577"/>
          <ac:spMkLst>
            <pc:docMk/>
            <pc:sldMk cId="2965176326" sldId="262"/>
            <ac:spMk id="3" creationId="{3DFA6FA8-7F74-429B-D402-378DE46BB198}"/>
          </ac:spMkLst>
        </pc:spChg>
      </pc:sldChg>
      <pc:sldChg chg="modSp">
        <pc:chgData name="Ali Burkemper" userId="S::aeburkemper@crimson.ua.edu::658fb497-37d3-460d-b822-a2c5d5932d16" providerId="AD" clId="Web-{2116E04A-D9A0-49B0-CC21-E736F6B00D12}" dt="2026-02-23T23:58:00.348" v="1874" actId="20577"/>
        <pc:sldMkLst>
          <pc:docMk/>
          <pc:sldMk cId="972674783" sldId="267"/>
        </pc:sldMkLst>
        <pc:spChg chg="mod">
          <ac:chgData name="Ali Burkemper" userId="S::aeburkemper@crimson.ua.edu::658fb497-37d3-460d-b822-a2c5d5932d16" providerId="AD" clId="Web-{2116E04A-D9A0-49B0-CC21-E736F6B00D12}" dt="2026-02-23T23:58:00.348" v="1874" actId="20577"/>
          <ac:spMkLst>
            <pc:docMk/>
            <pc:sldMk cId="972674783" sldId="267"/>
            <ac:spMk id="2" creationId="{34ADF450-A110-4DE2-A424-42FC0CAC3005}"/>
          </ac:spMkLst>
        </pc:spChg>
      </pc:sldChg>
      <pc:sldChg chg="modSp new">
        <pc:chgData name="Ali Burkemper" userId="S::aeburkemper@crimson.ua.edu::658fb497-37d3-460d-b822-a2c5d5932d16" providerId="AD" clId="Web-{2116E04A-D9A0-49B0-CC21-E736F6B00D12}" dt="2026-02-23T23:46:29.044" v="1437" actId="20577"/>
        <pc:sldMkLst>
          <pc:docMk/>
          <pc:sldMk cId="4136318690" sldId="268"/>
        </pc:sldMkLst>
        <pc:spChg chg="mod">
          <ac:chgData name="Ali Burkemper" userId="S::aeburkemper@crimson.ua.edu::658fb497-37d3-460d-b822-a2c5d5932d16" providerId="AD" clId="Web-{2116E04A-D9A0-49B0-CC21-E736F6B00D12}" dt="2026-02-23T23:41:33.667" v="1230" actId="20577"/>
          <ac:spMkLst>
            <pc:docMk/>
            <pc:sldMk cId="4136318690" sldId="268"/>
            <ac:spMk id="2" creationId="{37352A69-95E3-B58E-22D1-3283B7B2D109}"/>
          </ac:spMkLst>
        </pc:spChg>
        <pc:spChg chg="mod">
          <ac:chgData name="Ali Burkemper" userId="S::aeburkemper@crimson.ua.edu::658fb497-37d3-460d-b822-a2c5d5932d16" providerId="AD" clId="Web-{2116E04A-D9A0-49B0-CC21-E736F6B00D12}" dt="2026-02-23T23:46:29.044" v="1437" actId="20577"/>
          <ac:spMkLst>
            <pc:docMk/>
            <pc:sldMk cId="4136318690" sldId="268"/>
            <ac:spMk id="3" creationId="{C0E07484-438E-085F-4794-8FE9D3988468}"/>
          </ac:spMkLst>
        </pc:spChg>
      </pc:sldChg>
    </pc:docChg>
  </pc:docChgLst>
  <pc:docChgLst>
    <pc:chgData name="Alexander Steffey" userId="S::arsteffey@crimson.ua.edu::1a9f7020-75cb-4320-877d-6c5202743d75" providerId="AD" clId="Web-{492DA0A8-6315-A908-6F67-D320284A580B}"/>
    <pc:docChg chg="modSld">
      <pc:chgData name="Alexander Steffey" userId="S::arsteffey@crimson.ua.edu::1a9f7020-75cb-4320-877d-6c5202743d75" providerId="AD" clId="Web-{492DA0A8-6315-A908-6F67-D320284A580B}" dt="2026-02-24T18:31:21.816" v="514" actId="20577"/>
      <pc:docMkLst>
        <pc:docMk/>
      </pc:docMkLst>
      <pc:sldChg chg="modSp">
        <pc:chgData name="Alexander Steffey" userId="S::arsteffey@crimson.ua.edu::1a9f7020-75cb-4320-877d-6c5202743d75" providerId="AD" clId="Web-{492DA0A8-6315-A908-6F67-D320284A580B}" dt="2026-02-24T18:07:18.059" v="320" actId="20577"/>
        <pc:sldMkLst>
          <pc:docMk/>
          <pc:sldMk cId="109857222" sldId="256"/>
        </pc:sldMkLst>
        <pc:spChg chg="mod">
          <ac:chgData name="Alexander Steffey" userId="S::arsteffey@crimson.ua.edu::1a9f7020-75cb-4320-877d-6c5202743d75" providerId="AD" clId="Web-{492DA0A8-6315-A908-6F67-D320284A580B}" dt="2026-02-24T18:07:18.059" v="32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Alexander Steffey" userId="S::arsteffey@crimson.ua.edu::1a9f7020-75cb-4320-877d-6c5202743d75" providerId="AD" clId="Web-{492DA0A8-6315-A908-6F67-D320284A580B}" dt="2026-02-24T17:59:57.016" v="260" actId="20577"/>
        <pc:sldMkLst>
          <pc:docMk/>
          <pc:sldMk cId="4230372448" sldId="258"/>
        </pc:sldMkLst>
        <pc:spChg chg="mod">
          <ac:chgData name="Alexander Steffey" userId="S::arsteffey@crimson.ua.edu::1a9f7020-75cb-4320-877d-6c5202743d75" providerId="AD" clId="Web-{492DA0A8-6315-A908-6F67-D320284A580B}" dt="2026-02-24T17:59:57.016" v="260" actId="20577"/>
          <ac:spMkLst>
            <pc:docMk/>
            <pc:sldMk cId="4230372448" sldId="258"/>
            <ac:spMk id="3" creationId="{E12D1AAD-ECAF-0E1A-CEE9-02E51CD431BE}"/>
          </ac:spMkLst>
        </pc:spChg>
      </pc:sldChg>
      <pc:sldChg chg="modSp">
        <pc:chgData name="Alexander Steffey" userId="S::arsteffey@crimson.ua.edu::1a9f7020-75cb-4320-877d-6c5202743d75" providerId="AD" clId="Web-{492DA0A8-6315-A908-6F67-D320284A580B}" dt="2026-02-24T18:31:21.816" v="514" actId="20577"/>
        <pc:sldMkLst>
          <pc:docMk/>
          <pc:sldMk cId="3689694330" sldId="260"/>
        </pc:sldMkLst>
        <pc:spChg chg="mod">
          <ac:chgData name="Alexander Steffey" userId="S::arsteffey@crimson.ua.edu::1a9f7020-75cb-4320-877d-6c5202743d75" providerId="AD" clId="Web-{492DA0A8-6315-A908-6F67-D320284A580B}" dt="2026-02-24T18:31:21.816" v="514" actId="20577"/>
          <ac:spMkLst>
            <pc:docMk/>
            <pc:sldMk cId="3689694330" sldId="260"/>
            <ac:spMk id="2" creationId="{838E9BCF-8474-C7EE-F2E7-668C9C590DD4}"/>
          </ac:spMkLst>
        </pc:spChg>
      </pc:sldChg>
      <pc:sldChg chg="modSp">
        <pc:chgData name="Alexander Steffey" userId="S::arsteffey@crimson.ua.edu::1a9f7020-75cb-4320-877d-6c5202743d75" providerId="AD" clId="Web-{492DA0A8-6315-A908-6F67-D320284A580B}" dt="2026-02-24T18:15:51.014" v="507" actId="20577"/>
        <pc:sldMkLst>
          <pc:docMk/>
          <pc:sldMk cId="766171391" sldId="261"/>
        </pc:sldMkLst>
        <pc:spChg chg="mod">
          <ac:chgData name="Alexander Steffey" userId="S::arsteffey@crimson.ua.edu::1a9f7020-75cb-4320-877d-6c5202743d75" providerId="AD" clId="Web-{492DA0A8-6315-A908-6F67-D320284A580B}" dt="2026-02-24T18:15:51.014" v="507" actId="20577"/>
          <ac:spMkLst>
            <pc:docMk/>
            <pc:sldMk cId="766171391" sldId="261"/>
            <ac:spMk id="2" creationId="{F27DBEE7-26DA-F672-10F2-1D6006EB69AB}"/>
          </ac:spMkLst>
        </pc:spChg>
      </pc:sldChg>
      <pc:sldChg chg="modSp">
        <pc:chgData name="Alexander Steffey" userId="S::arsteffey@crimson.ua.edu::1a9f7020-75cb-4320-877d-6c5202743d75" providerId="AD" clId="Web-{492DA0A8-6315-A908-6F67-D320284A580B}" dt="2026-02-24T18:28:07.857" v="513" actId="20577"/>
        <pc:sldMkLst>
          <pc:docMk/>
          <pc:sldMk cId="429894158" sldId="263"/>
        </pc:sldMkLst>
        <pc:spChg chg="mod">
          <ac:chgData name="Alexander Steffey" userId="S::arsteffey@crimson.ua.edu::1a9f7020-75cb-4320-877d-6c5202743d75" providerId="AD" clId="Web-{492DA0A8-6315-A908-6F67-D320284A580B}" dt="2026-02-24T18:28:07.857" v="513" actId="20577"/>
          <ac:spMkLst>
            <pc:docMk/>
            <pc:sldMk cId="429894158" sldId="263"/>
            <ac:spMk id="2" creationId="{BA03CF9D-3B25-B6F4-4822-0D70ECD283A6}"/>
          </ac:spMkLst>
        </pc:spChg>
      </pc:sldChg>
      <pc:sldChg chg="addSp delSp modSp mod setBg">
        <pc:chgData name="Alexander Steffey" userId="S::arsteffey@crimson.ua.edu::1a9f7020-75cb-4320-877d-6c5202743d75" providerId="AD" clId="Web-{492DA0A8-6315-A908-6F67-D320284A580B}" dt="2026-02-24T18:00:31.422" v="273" actId="20577"/>
        <pc:sldMkLst>
          <pc:docMk/>
          <pc:sldMk cId="3140801389" sldId="264"/>
        </pc:sldMkLst>
        <pc:spChg chg="mod">
          <ac:chgData name="Alexander Steffey" userId="S::arsteffey@crimson.ua.edu::1a9f7020-75cb-4320-877d-6c5202743d75" providerId="AD" clId="Web-{492DA0A8-6315-A908-6F67-D320284A580B}" dt="2026-02-24T18:00:31.422" v="273" actId="20577"/>
          <ac:spMkLst>
            <pc:docMk/>
            <pc:sldMk cId="3140801389" sldId="264"/>
            <ac:spMk id="2" creationId="{FD7D52EF-25BF-639C-F4C6-C807EC972AA4}"/>
          </ac:spMkLst>
        </pc:spChg>
        <pc:spChg chg="add del mo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3" creationId="{BADCFF9C-9D7C-F33F-9609-E5AD00288FF2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52.407" v="231"/>
          <ac:spMkLst>
            <pc:docMk/>
            <pc:sldMk cId="3140801389" sldId="264"/>
            <ac:spMk id="8" creationId="{1B15ED52-F352-441B-82BF-E0EA34836D08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44.672" v="229"/>
          <ac:spMkLst>
            <pc:docMk/>
            <pc:sldMk cId="3140801389" sldId="264"/>
            <ac:spMk id="9" creationId="{BACC6370-2D7E-4714-9D71-7542949D7D5D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52.407" v="231"/>
          <ac:spMkLst>
            <pc:docMk/>
            <pc:sldMk cId="3140801389" sldId="264"/>
            <ac:spMk id="10" creationId="{3B2E3793-BFE6-45A2-9B7B-E18844431C99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44.672" v="229"/>
          <ac:spMkLst>
            <pc:docMk/>
            <pc:sldMk cId="3140801389" sldId="264"/>
            <ac:spMk id="11" creationId="{F68B3F68-107C-434F-AA38-110D5EA91B85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52.407" v="231"/>
          <ac:spMkLst>
            <pc:docMk/>
            <pc:sldMk cId="3140801389" sldId="264"/>
            <ac:spMk id="12" creationId="{BC4C4868-CB8F-4AF9-9CDB-8108F2C19B67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44.672" v="229"/>
          <ac:spMkLst>
            <pc:docMk/>
            <pc:sldMk cId="3140801389" sldId="264"/>
            <ac:spMk id="13" creationId="{AAD0DBB9-1A4B-4391-81D4-CB19F9AB918A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52.407" v="231"/>
          <ac:spMkLst>
            <pc:docMk/>
            <pc:sldMk cId="3140801389" sldId="264"/>
            <ac:spMk id="14" creationId="{375E0459-6403-40CD-989D-56A4407CA12E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44.672" v="229"/>
          <ac:spMkLst>
            <pc:docMk/>
            <pc:sldMk cId="3140801389" sldId="264"/>
            <ac:spMk id="15" creationId="{063BBA22-50EA-4C4D-BE05-F1CE4E63AA56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52.407" v="231"/>
          <ac:spMkLst>
            <pc:docMk/>
            <pc:sldMk cId="3140801389" sldId="264"/>
            <ac:spMk id="16" creationId="{53E5B1A8-3AC9-4BD1-9BBC-78CA94F2D1BA}"/>
          </ac:spMkLst>
        </pc:spChg>
        <pc:spChg chg="add del">
          <ac:chgData name="Alexander Steffey" userId="S::arsteffey@crimson.ua.edu::1a9f7020-75cb-4320-877d-6c5202743d75" providerId="AD" clId="Web-{492DA0A8-6315-A908-6F67-D320284A580B}" dt="2026-02-24T17:58:52.407" v="231"/>
          <ac:spMkLst>
            <pc:docMk/>
            <pc:sldMk cId="3140801389" sldId="264"/>
            <ac:spMk id="17" creationId="{BADCFF9C-9D7C-F33F-9609-E5AD00288FF2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18" creationId="{38FAA1A1-D861-433F-88FA-1E9D6FD31D11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19" creationId="{09588DA8-065E-4F6F-8EFD-43104AB2E0CF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20" creationId="{8D71EDA1-87BF-4D5D-AB79-F346FD19278A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21" creationId="{C4285719-470E-454C-AF62-8323075F1F5B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22" creationId="{CD9FE4EF-C4D8-49A0-B2FF-81D8DB7D8A24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23" creationId="{4300840D-0A0B-4512-BACA-B439D5B9C57C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24" creationId="{D2B78728-A580-49A7-84F9-6EF6F583ADE0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7:58:52.422" v="232"/>
          <ac:spMkLst>
            <pc:docMk/>
            <pc:sldMk cId="3140801389" sldId="264"/>
            <ac:spMk id="25" creationId="{BADCFF9C-9D7C-F33F-9609-E5AD00288FF2}"/>
          </ac:spMkLst>
        </pc:spChg>
        <pc:graphicFrameChg chg="add del">
          <ac:chgData name="Alexander Steffey" userId="S::arsteffey@crimson.ua.edu::1a9f7020-75cb-4320-877d-6c5202743d75" providerId="AD" clId="Web-{492DA0A8-6315-A908-6F67-D320284A580B}" dt="2026-02-24T17:58:44.672" v="229"/>
          <ac:graphicFrameMkLst>
            <pc:docMk/>
            <pc:sldMk cId="3140801389" sldId="264"/>
            <ac:graphicFrameMk id="5" creationId="{BA2EE577-2242-E0B4-86DB-A8DC00590882}"/>
          </ac:graphicFrameMkLst>
        </pc:graphicFrameChg>
      </pc:sldChg>
      <pc:sldChg chg="addSp delSp modSp mod setBg">
        <pc:chgData name="Alexander Steffey" userId="S::arsteffey@crimson.ua.edu::1a9f7020-75cb-4320-877d-6c5202743d75" providerId="AD" clId="Web-{492DA0A8-6315-A908-6F67-D320284A580B}" dt="2026-02-24T18:16:38.933" v="511"/>
        <pc:sldMkLst>
          <pc:docMk/>
          <pc:sldMk cId="834441759" sldId="265"/>
        </pc:sldMkLst>
        <pc:spChg chg="mod">
          <ac:chgData name="Alexander Steffey" userId="S::arsteffey@crimson.ua.edu::1a9f7020-75cb-4320-877d-6c5202743d75" providerId="AD" clId="Web-{492DA0A8-6315-A908-6F67-D320284A580B}" dt="2026-02-24T18:13:17.666" v="482"/>
          <ac:spMkLst>
            <pc:docMk/>
            <pc:sldMk cId="834441759" sldId="265"/>
            <ac:spMk id="2" creationId="{64769584-D4D1-8CC7-365E-3B65CD5117DC}"/>
          </ac:spMkLst>
        </pc:spChg>
        <pc:spChg chg="del mod">
          <ac:chgData name="Alexander Steffey" userId="S::arsteffey@crimson.ua.edu::1a9f7020-75cb-4320-877d-6c5202743d75" providerId="AD" clId="Web-{492DA0A8-6315-A908-6F67-D320284A580B}" dt="2026-02-24T18:13:17.666" v="482"/>
          <ac:spMkLst>
            <pc:docMk/>
            <pc:sldMk cId="834441759" sldId="265"/>
            <ac:spMk id="3" creationId="{8D398E07-19AE-51A9-CB8E-0349C10FCFA0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8:13:17.666" v="482"/>
          <ac:spMkLst>
            <pc:docMk/>
            <pc:sldMk cId="834441759" sldId="265"/>
            <ac:spMk id="9" creationId="{BACC6370-2D7E-4714-9D71-7542949D7D5D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8:13:17.666" v="482"/>
          <ac:spMkLst>
            <pc:docMk/>
            <pc:sldMk cId="834441759" sldId="265"/>
            <ac:spMk id="11" creationId="{F68B3F68-107C-434F-AA38-110D5EA91B85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8:13:17.666" v="482"/>
          <ac:spMkLst>
            <pc:docMk/>
            <pc:sldMk cId="834441759" sldId="265"/>
            <ac:spMk id="13" creationId="{AAD0DBB9-1A4B-4391-81D4-CB19F9AB918A}"/>
          </ac:spMkLst>
        </pc:spChg>
        <pc:spChg chg="add">
          <ac:chgData name="Alexander Steffey" userId="S::arsteffey@crimson.ua.edu::1a9f7020-75cb-4320-877d-6c5202743d75" providerId="AD" clId="Web-{492DA0A8-6315-A908-6F67-D320284A580B}" dt="2026-02-24T18:13:17.666" v="482"/>
          <ac:spMkLst>
            <pc:docMk/>
            <pc:sldMk cId="834441759" sldId="265"/>
            <ac:spMk id="15" creationId="{063BBA22-50EA-4C4D-BE05-F1CE4E63AA56}"/>
          </ac:spMkLst>
        </pc:spChg>
        <pc:graphicFrameChg chg="add mod modGraphic">
          <ac:chgData name="Alexander Steffey" userId="S::arsteffey@crimson.ua.edu::1a9f7020-75cb-4320-877d-6c5202743d75" providerId="AD" clId="Web-{492DA0A8-6315-A908-6F67-D320284A580B}" dt="2026-02-24T18:16:38.933" v="511"/>
          <ac:graphicFrameMkLst>
            <pc:docMk/>
            <pc:sldMk cId="834441759" sldId="265"/>
            <ac:graphicFrameMk id="5" creationId="{0C0F8C66-889D-803B-5526-1CF7E8150694}"/>
          </ac:graphicFrameMkLst>
        </pc:graphicFrameChg>
      </pc:sldChg>
    </pc:docChg>
  </pc:docChgLst>
  <pc:docChgLst>
    <pc:chgData name="Ali Burkemper" userId="S::aeburkemper@crimson.ua.edu::658fb497-37d3-460d-b822-a2c5d5932d16" providerId="AD" clId="Web-{67C07651-0E21-571D-D02E-364CB9EACFD2}"/>
    <pc:docChg chg="modSld">
      <pc:chgData name="Ali Burkemper" userId="S::aeburkemper@crimson.ua.edu::658fb497-37d3-460d-b822-a2c5d5932d16" providerId="AD" clId="Web-{67C07651-0E21-571D-D02E-364CB9EACFD2}" dt="2026-02-24T19:03:44.484" v="112" actId="20577"/>
      <pc:docMkLst>
        <pc:docMk/>
      </pc:docMkLst>
      <pc:sldChg chg="modSp">
        <pc:chgData name="Ali Burkemper" userId="S::aeburkemper@crimson.ua.edu::658fb497-37d3-460d-b822-a2c5d5932d16" providerId="AD" clId="Web-{67C07651-0E21-571D-D02E-364CB9EACFD2}" dt="2026-02-24T19:00:43.624" v="82"/>
        <pc:sldMkLst>
          <pc:docMk/>
          <pc:sldMk cId="109857222" sldId="256"/>
        </pc:sldMkLst>
        <pc:spChg chg="mod">
          <ac:chgData name="Ali Burkemper" userId="S::aeburkemper@crimson.ua.edu::658fb497-37d3-460d-b822-a2c5d5932d16" providerId="AD" clId="Web-{67C07651-0E21-571D-D02E-364CB9EACFD2}" dt="2026-02-24T18:55:05.232" v="12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li Burkemper" userId="S::aeburkemper@crimson.ua.edu::658fb497-37d3-460d-b822-a2c5d5932d16" providerId="AD" clId="Web-{67C07651-0E21-571D-D02E-364CB9EACFD2}" dt="2026-02-24T18:55:02.435" v="11" actId="1076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Ali Burkemper" userId="S::aeburkemper@crimson.ua.edu::658fb497-37d3-460d-b822-a2c5d5932d16" providerId="AD" clId="Web-{67C07651-0E21-571D-D02E-364CB9EACFD2}" dt="2026-02-24T19:00:43.624" v="82"/>
          <ac:spMkLst>
            <pc:docMk/>
            <pc:sldMk cId="109857222" sldId="256"/>
            <ac:spMk id="20" creationId="{6B861657-225E-70B8-65F8-CDCF9454F702}"/>
          </ac:spMkLst>
        </pc:spChg>
      </pc:sldChg>
      <pc:sldChg chg="modSp">
        <pc:chgData name="Ali Burkemper" userId="S::aeburkemper@crimson.ua.edu::658fb497-37d3-460d-b822-a2c5d5932d16" providerId="AD" clId="Web-{67C07651-0E21-571D-D02E-364CB9EACFD2}" dt="2026-02-24T18:56:06.748" v="42" actId="20577"/>
        <pc:sldMkLst>
          <pc:docMk/>
          <pc:sldMk cId="4230372448" sldId="258"/>
        </pc:sldMkLst>
        <pc:spChg chg="mod">
          <ac:chgData name="Ali Burkemper" userId="S::aeburkemper@crimson.ua.edu::658fb497-37d3-460d-b822-a2c5d5932d16" providerId="AD" clId="Web-{67C07651-0E21-571D-D02E-364CB9EACFD2}" dt="2026-02-24T18:56:06.748" v="42" actId="20577"/>
          <ac:spMkLst>
            <pc:docMk/>
            <pc:sldMk cId="4230372448" sldId="258"/>
            <ac:spMk id="3" creationId="{E12D1AAD-ECAF-0E1A-CEE9-02E51CD431BE}"/>
          </ac:spMkLst>
        </pc:spChg>
      </pc:sldChg>
      <pc:sldChg chg="addSp modSp">
        <pc:chgData name="Ali Burkemper" userId="S::aeburkemper@crimson.ua.edu::658fb497-37d3-460d-b822-a2c5d5932d16" providerId="AD" clId="Web-{67C07651-0E21-571D-D02E-364CB9EACFD2}" dt="2026-02-24T18:57:50.092" v="61"/>
        <pc:sldMkLst>
          <pc:docMk/>
          <pc:sldMk cId="1132498838" sldId="259"/>
        </pc:sldMkLst>
        <pc:picChg chg="add mod">
          <ac:chgData name="Ali Burkemper" userId="S::aeburkemper@crimson.ua.edu::658fb497-37d3-460d-b822-a2c5d5932d16" providerId="AD" clId="Web-{67C07651-0E21-571D-D02E-364CB9EACFD2}" dt="2026-02-24T18:57:32.623" v="57" actId="1076"/>
          <ac:picMkLst>
            <pc:docMk/>
            <pc:sldMk cId="1132498838" sldId="259"/>
            <ac:picMk id="10" creationId="{7F0987AC-EA8F-1B28-64B9-30453C6F3FFA}"/>
          </ac:picMkLst>
        </pc:picChg>
        <pc:picChg chg="add mod">
          <ac:chgData name="Ali Burkemper" userId="S::aeburkemper@crimson.ua.edu::658fb497-37d3-460d-b822-a2c5d5932d16" providerId="AD" clId="Web-{67C07651-0E21-571D-D02E-364CB9EACFD2}" dt="2026-02-24T18:57:50.092" v="61"/>
          <ac:picMkLst>
            <pc:docMk/>
            <pc:sldMk cId="1132498838" sldId="259"/>
            <ac:picMk id="19" creationId="{7F560FA9-C34A-7BF9-09DB-98A12A260C7B}"/>
          </ac:picMkLst>
        </pc:picChg>
      </pc:sldChg>
      <pc:sldChg chg="addSp delSp modSp">
        <pc:chgData name="Ali Burkemper" userId="S::aeburkemper@crimson.ua.edu::658fb497-37d3-460d-b822-a2c5d5932d16" providerId="AD" clId="Web-{67C07651-0E21-571D-D02E-364CB9EACFD2}" dt="2026-02-24T18:59:50.593" v="76" actId="20577"/>
        <pc:sldMkLst>
          <pc:docMk/>
          <pc:sldMk cId="2965176326" sldId="262"/>
        </pc:sldMkLst>
        <pc:graphicFrameChg chg="modGraphic">
          <ac:chgData name="Ali Burkemper" userId="S::aeburkemper@crimson.ua.edu::658fb497-37d3-460d-b822-a2c5d5932d16" providerId="AD" clId="Web-{67C07651-0E21-571D-D02E-364CB9EACFD2}" dt="2026-02-24T18:59:50.593" v="76" actId="20577"/>
          <ac:graphicFrameMkLst>
            <pc:docMk/>
            <pc:sldMk cId="2965176326" sldId="262"/>
            <ac:graphicFrameMk id="5" creationId="{928C3C6A-6B1C-72BB-6FF6-FCDE6353C572}"/>
          </ac:graphicFrameMkLst>
        </pc:graphicFrameChg>
        <pc:picChg chg="add del mod">
          <ac:chgData name="Ali Burkemper" userId="S::aeburkemper@crimson.ua.edu::658fb497-37d3-460d-b822-a2c5d5932d16" providerId="AD" clId="Web-{67C07651-0E21-571D-D02E-364CB9EACFD2}" dt="2026-02-24T18:59:31.264" v="71"/>
          <ac:picMkLst>
            <pc:docMk/>
            <pc:sldMk cId="2965176326" sldId="262"/>
            <ac:picMk id="33" creationId="{5ABA50E9-87C4-846E-C401-17D0E4CCC132}"/>
          </ac:picMkLst>
        </pc:picChg>
      </pc:sldChg>
      <pc:sldChg chg="modSp">
        <pc:chgData name="Ali Burkemper" userId="S::aeburkemper@crimson.ua.edu::658fb497-37d3-460d-b822-a2c5d5932d16" providerId="AD" clId="Web-{67C07651-0E21-571D-D02E-364CB9EACFD2}" dt="2026-02-24T18:58:53.999" v="65" actId="20577"/>
        <pc:sldMkLst>
          <pc:docMk/>
          <pc:sldMk cId="3140801389" sldId="264"/>
        </pc:sldMkLst>
        <pc:spChg chg="mod">
          <ac:chgData name="Ali Burkemper" userId="S::aeburkemper@crimson.ua.edu::658fb497-37d3-460d-b822-a2c5d5932d16" providerId="AD" clId="Web-{67C07651-0E21-571D-D02E-364CB9EACFD2}" dt="2026-02-24T18:58:53.999" v="65" actId="20577"/>
          <ac:spMkLst>
            <pc:docMk/>
            <pc:sldMk cId="3140801389" sldId="264"/>
            <ac:spMk id="25" creationId="{BADCFF9C-9D7C-F33F-9609-E5AD00288FF2}"/>
          </ac:spMkLst>
        </pc:spChg>
      </pc:sldChg>
      <pc:sldChg chg="modSp">
        <pc:chgData name="Ali Burkemper" userId="S::aeburkemper@crimson.ua.edu::658fb497-37d3-460d-b822-a2c5d5932d16" providerId="AD" clId="Web-{67C07651-0E21-571D-D02E-364CB9EACFD2}" dt="2026-02-24T19:03:44.484" v="112" actId="20577"/>
        <pc:sldMkLst>
          <pc:docMk/>
          <pc:sldMk cId="834441759" sldId="265"/>
        </pc:sldMkLst>
        <pc:graphicFrameChg chg="modGraphic">
          <ac:chgData name="Ali Burkemper" userId="S::aeburkemper@crimson.ua.edu::658fb497-37d3-460d-b822-a2c5d5932d16" providerId="AD" clId="Web-{67C07651-0E21-571D-D02E-364CB9EACFD2}" dt="2026-02-24T19:03:44.484" v="112" actId="20577"/>
          <ac:graphicFrameMkLst>
            <pc:docMk/>
            <pc:sldMk cId="834441759" sldId="265"/>
            <ac:graphicFrameMk id="5" creationId="{0C0F8C66-889D-803B-5526-1CF7E8150694}"/>
          </ac:graphicFrameMkLst>
        </pc:graphicFrameChg>
      </pc:sldChg>
      <pc:sldChg chg="modSp">
        <pc:chgData name="Ali Burkemper" userId="S::aeburkemper@crimson.ua.edu::658fb497-37d3-460d-b822-a2c5d5932d16" providerId="AD" clId="Web-{67C07651-0E21-571D-D02E-364CB9EACFD2}" dt="2026-02-24T18:59:58.202" v="79" actId="20577"/>
        <pc:sldMkLst>
          <pc:docMk/>
          <pc:sldMk cId="937733914" sldId="269"/>
        </pc:sldMkLst>
        <pc:graphicFrameChg chg="modGraphic">
          <ac:chgData name="Ali Burkemper" userId="S::aeburkemper@crimson.ua.edu::658fb497-37d3-460d-b822-a2c5d5932d16" providerId="AD" clId="Web-{67C07651-0E21-571D-D02E-364CB9EACFD2}" dt="2026-02-24T18:59:58.202" v="79" actId="20577"/>
          <ac:graphicFrameMkLst>
            <pc:docMk/>
            <pc:sldMk cId="937733914" sldId="269"/>
            <ac:graphicFrameMk id="5" creationId="{940599F5-1178-641A-7898-141FB310DBE5}"/>
          </ac:graphicFrameMkLst>
        </pc:graphicFrameChg>
      </pc:sldChg>
      <pc:sldChg chg="modSp">
        <pc:chgData name="Ali Burkemper" userId="S::aeburkemper@crimson.ua.edu::658fb497-37d3-460d-b822-a2c5d5932d16" providerId="AD" clId="Web-{67C07651-0E21-571D-D02E-364CB9EACFD2}" dt="2026-02-24T19:01:16.077" v="85" actId="20577"/>
        <pc:sldMkLst>
          <pc:docMk/>
          <pc:sldMk cId="3903605293" sldId="270"/>
        </pc:sldMkLst>
        <pc:spChg chg="mod">
          <ac:chgData name="Ali Burkemper" userId="S::aeburkemper@crimson.ua.edu::658fb497-37d3-460d-b822-a2c5d5932d16" providerId="AD" clId="Web-{67C07651-0E21-571D-D02E-364CB9EACFD2}" dt="2026-02-24T19:01:16.077" v="85" actId="20577"/>
          <ac:spMkLst>
            <pc:docMk/>
            <pc:sldMk cId="3903605293" sldId="270"/>
            <ac:spMk id="3" creationId="{0B554B66-1A9C-BA3B-08BC-8D1DB1E0698E}"/>
          </ac:spMkLst>
        </pc:spChg>
        <pc:spChg chg="mod">
          <ac:chgData name="Ali Burkemper" userId="S::aeburkemper@crimson.ua.edu::658fb497-37d3-460d-b822-a2c5d5932d16" providerId="AD" clId="Web-{67C07651-0E21-571D-D02E-364CB9EACFD2}" dt="2026-02-24T18:56:27.701" v="44" actId="14100"/>
          <ac:spMkLst>
            <pc:docMk/>
            <pc:sldMk cId="3903605293" sldId="270"/>
            <ac:spMk id="5" creationId="{474C8351-C100-3989-527F-9DF52A10DA9E}"/>
          </ac:spMkLst>
        </pc:spChg>
        <pc:spChg chg="mod">
          <ac:chgData name="Ali Burkemper" userId="S::aeburkemper@crimson.ua.edu::658fb497-37d3-460d-b822-a2c5d5932d16" providerId="AD" clId="Web-{67C07651-0E21-571D-D02E-364CB9EACFD2}" dt="2026-02-24T18:55:30.014" v="16" actId="20577"/>
          <ac:spMkLst>
            <pc:docMk/>
            <pc:sldMk cId="3903605293" sldId="270"/>
            <ac:spMk id="8" creationId="{2DBFB578-8D91-46F9-4AE0-680ACC525D86}"/>
          </ac:spMkLst>
        </pc:spChg>
      </pc:sldChg>
    </pc:docChg>
  </pc:docChgLst>
  <pc:docChgLst>
    <pc:chgData name="Alexander Steffey" userId="S::arsteffey@crimson.ua.edu::1a9f7020-75cb-4320-877d-6c5202743d75" providerId="AD" clId="Web-{C644CAD3-BAA4-C85A-B6DB-4E7F38632FF8}"/>
    <pc:docChg chg="addSld modSld">
      <pc:chgData name="Alexander Steffey" userId="S::arsteffey@crimson.ua.edu::1a9f7020-75cb-4320-877d-6c5202743d75" providerId="AD" clId="Web-{C644CAD3-BAA4-C85A-B6DB-4E7F38632FF8}" dt="2026-02-21T03:51:41.795" v="46" actId="20577"/>
      <pc:docMkLst>
        <pc:docMk/>
      </pc:docMkLst>
      <pc:sldChg chg="modSp">
        <pc:chgData name="Alexander Steffey" userId="S::arsteffey@crimson.ua.edu::1a9f7020-75cb-4320-877d-6c5202743d75" providerId="AD" clId="Web-{C644CAD3-BAA4-C85A-B6DB-4E7F38632FF8}" dt="2026-02-20T21:42:16.400" v="21" actId="20577"/>
        <pc:sldMkLst>
          <pc:docMk/>
          <pc:sldMk cId="109857222" sldId="256"/>
        </pc:sldMkLst>
        <pc:spChg chg="mod">
          <ac:chgData name="Alexander Steffey" userId="S::arsteffey@crimson.ua.edu::1a9f7020-75cb-4320-877d-6c5202743d75" providerId="AD" clId="Web-{C644CAD3-BAA4-C85A-B6DB-4E7F38632FF8}" dt="2026-02-20T21:42:16.400" v="2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Alexander Steffey" userId="S::arsteffey@crimson.ua.edu::1a9f7020-75cb-4320-877d-6c5202743d75" providerId="AD" clId="Web-{C644CAD3-BAA4-C85A-B6DB-4E7F38632FF8}" dt="2026-02-20T21:39:16.937" v="5" actId="20577"/>
        <pc:sldMkLst>
          <pc:docMk/>
          <pc:sldMk cId="4230372448" sldId="258"/>
        </pc:sldMkLst>
        <pc:spChg chg="mod">
          <ac:chgData name="Alexander Steffey" userId="S::arsteffey@crimson.ua.edu::1a9f7020-75cb-4320-877d-6c5202743d75" providerId="AD" clId="Web-{C644CAD3-BAA4-C85A-B6DB-4E7F38632FF8}" dt="2026-02-20T21:39:16.937" v="5" actId="20577"/>
          <ac:spMkLst>
            <pc:docMk/>
            <pc:sldMk cId="4230372448" sldId="258"/>
            <ac:spMk id="3" creationId="{E12D1AAD-ECAF-0E1A-CEE9-02E51CD431BE}"/>
          </ac:spMkLst>
        </pc:spChg>
      </pc:sldChg>
      <pc:sldChg chg="modSp">
        <pc:chgData name="Alexander Steffey" userId="S::arsteffey@crimson.ua.edu::1a9f7020-75cb-4320-877d-6c5202743d75" providerId="AD" clId="Web-{C644CAD3-BAA4-C85A-B6DB-4E7F38632FF8}" dt="2026-02-20T21:42:33.963" v="23" actId="20577"/>
        <pc:sldMkLst>
          <pc:docMk/>
          <pc:sldMk cId="1132498838" sldId="259"/>
        </pc:sldMkLst>
      </pc:sldChg>
      <pc:sldChg chg="modSp">
        <pc:chgData name="Alexander Steffey" userId="S::arsteffey@crimson.ua.edu::1a9f7020-75cb-4320-877d-6c5202743d75" providerId="AD" clId="Web-{C644CAD3-BAA4-C85A-B6DB-4E7F38632FF8}" dt="2026-02-20T21:40:16.160" v="11" actId="20577"/>
        <pc:sldMkLst>
          <pc:docMk/>
          <pc:sldMk cId="3689694330" sldId="260"/>
        </pc:sldMkLst>
      </pc:sldChg>
      <pc:sldChg chg="modSp">
        <pc:chgData name="Alexander Steffey" userId="S::arsteffey@crimson.ua.edu::1a9f7020-75cb-4320-877d-6c5202743d75" providerId="AD" clId="Web-{C644CAD3-BAA4-C85A-B6DB-4E7F38632FF8}" dt="2026-02-20T21:41:13.334" v="15" actId="20577"/>
        <pc:sldMkLst>
          <pc:docMk/>
          <pc:sldMk cId="766171391" sldId="261"/>
        </pc:sldMkLst>
      </pc:sldChg>
      <pc:sldChg chg="modSp new">
        <pc:chgData name="Alexander Steffey" userId="S::arsteffey@crimson.ua.edu::1a9f7020-75cb-4320-877d-6c5202743d75" providerId="AD" clId="Web-{C644CAD3-BAA4-C85A-B6DB-4E7F38632FF8}" dt="2026-02-21T03:51:41.795" v="46" actId="20577"/>
        <pc:sldMkLst>
          <pc:docMk/>
          <pc:sldMk cId="3140801389" sldId="264"/>
        </pc:sldMkLst>
        <pc:spChg chg="mod">
          <ac:chgData name="Alexander Steffey" userId="S::arsteffey@crimson.ua.edu::1a9f7020-75cb-4320-877d-6c5202743d75" providerId="AD" clId="Web-{C644CAD3-BAA4-C85A-B6DB-4E7F38632FF8}" dt="2026-02-21T03:51:39.389" v="43" actId="20577"/>
          <ac:spMkLst>
            <pc:docMk/>
            <pc:sldMk cId="3140801389" sldId="264"/>
            <ac:spMk id="2" creationId="{FD7D52EF-25BF-639C-F4C6-C807EC972AA4}"/>
          </ac:spMkLst>
        </pc:spChg>
      </pc:sldChg>
    </pc:docChg>
  </pc:docChgLst>
  <pc:docChgLst>
    <pc:chgData name="Sophia Kyemba" userId="S::snkyemba@crimson.ua.edu::856cebfb-c17b-4e23-a82a-83385d054bd5" providerId="AD" clId="Web-{9A618D0A-A649-DECC-D05F-0C53032821BA}"/>
    <pc:docChg chg="modSld">
      <pc:chgData name="Sophia Kyemba" userId="S::snkyemba@crimson.ua.edu::856cebfb-c17b-4e23-a82a-83385d054bd5" providerId="AD" clId="Web-{9A618D0A-A649-DECC-D05F-0C53032821BA}" dt="2026-02-24T06:20:45.758" v="366" actId="20577"/>
      <pc:docMkLst>
        <pc:docMk/>
      </pc:docMkLst>
      <pc:sldChg chg="modSp">
        <pc:chgData name="Sophia Kyemba" userId="S::snkyemba@crimson.ua.edu::856cebfb-c17b-4e23-a82a-83385d054bd5" providerId="AD" clId="Web-{9A618D0A-A649-DECC-D05F-0C53032821BA}" dt="2026-02-23T17:33:23.594" v="355" actId="20577"/>
        <pc:sldMkLst>
          <pc:docMk/>
          <pc:sldMk cId="4230372448" sldId="258"/>
        </pc:sldMkLst>
        <pc:spChg chg="mod">
          <ac:chgData name="Sophia Kyemba" userId="S::snkyemba@crimson.ua.edu::856cebfb-c17b-4e23-a82a-83385d054bd5" providerId="AD" clId="Web-{9A618D0A-A649-DECC-D05F-0C53032821BA}" dt="2026-02-23T17:33:23.594" v="355" actId="20577"/>
          <ac:spMkLst>
            <pc:docMk/>
            <pc:sldMk cId="4230372448" sldId="258"/>
            <ac:spMk id="3" creationId="{E12D1AAD-ECAF-0E1A-CEE9-02E51CD431BE}"/>
          </ac:spMkLst>
        </pc:spChg>
      </pc:sldChg>
      <pc:sldChg chg="modSp">
        <pc:chgData name="Sophia Kyemba" userId="S::snkyemba@crimson.ua.edu::856cebfb-c17b-4e23-a82a-83385d054bd5" providerId="AD" clId="Web-{9A618D0A-A649-DECC-D05F-0C53032821BA}" dt="2026-02-23T17:28:24.092" v="333" actId="20577"/>
        <pc:sldMkLst>
          <pc:docMk/>
          <pc:sldMk cId="2965176326" sldId="262"/>
        </pc:sldMkLst>
        <pc:spChg chg="mod">
          <ac:chgData name="Sophia Kyemba" userId="S::snkyemba@crimson.ua.edu::856cebfb-c17b-4e23-a82a-83385d054bd5" providerId="AD" clId="Web-{9A618D0A-A649-DECC-D05F-0C53032821BA}" dt="2026-02-23T17:28:24.092" v="333" actId="20577"/>
          <ac:spMkLst>
            <pc:docMk/>
            <pc:sldMk cId="2965176326" sldId="262"/>
            <ac:spMk id="3" creationId="{3DFA6FA8-7F74-429B-D402-378DE46BB198}"/>
          </ac:spMkLst>
        </pc:spChg>
      </pc:sldChg>
      <pc:sldChg chg="modSp">
        <pc:chgData name="Sophia Kyemba" userId="S::snkyemba@crimson.ua.edu::856cebfb-c17b-4e23-a82a-83385d054bd5" providerId="AD" clId="Web-{9A618D0A-A649-DECC-D05F-0C53032821BA}" dt="2026-02-24T06:20:45.758" v="366" actId="20577"/>
        <pc:sldMkLst>
          <pc:docMk/>
          <pc:sldMk cId="3140801389" sldId="264"/>
        </pc:sldMkLst>
        <pc:spChg chg="mod">
          <ac:chgData name="Sophia Kyemba" userId="S::snkyemba@crimson.ua.edu::856cebfb-c17b-4e23-a82a-83385d054bd5" providerId="AD" clId="Web-{9A618D0A-A649-DECC-D05F-0C53032821BA}" dt="2026-02-24T06:20:45.758" v="366" actId="20577"/>
          <ac:spMkLst>
            <pc:docMk/>
            <pc:sldMk cId="3140801389" sldId="264"/>
            <ac:spMk id="3" creationId="{BADCFF9C-9D7C-F33F-9609-E5AD00288FF2}"/>
          </ac:spMkLst>
        </pc:spChg>
      </pc:sldChg>
    </pc:docChg>
  </pc:docChgLst>
  <pc:docChgLst>
    <pc:chgData name="Ali Burkemper" userId="S::aeburkemper@crimson.ua.edu::658fb497-37d3-460d-b822-a2c5d5932d16" providerId="AD" clId="Web-{1ED469B5-1722-07A8-4715-25021C8AB02E}"/>
    <pc:docChg chg="modSld">
      <pc:chgData name="Ali Burkemper" userId="S::aeburkemper@crimson.ua.edu::658fb497-37d3-460d-b822-a2c5d5932d16" providerId="AD" clId="Web-{1ED469B5-1722-07A8-4715-25021C8AB02E}" dt="2026-02-23T19:25:05.076" v="151" actId="20577"/>
      <pc:docMkLst>
        <pc:docMk/>
      </pc:docMkLst>
      <pc:sldChg chg="modSp">
        <pc:chgData name="Ali Burkemper" userId="S::aeburkemper@crimson.ua.edu::658fb497-37d3-460d-b822-a2c5d5932d16" providerId="AD" clId="Web-{1ED469B5-1722-07A8-4715-25021C8AB02E}" dt="2026-02-23T19:25:05.076" v="151" actId="20577"/>
        <pc:sldMkLst>
          <pc:docMk/>
          <pc:sldMk cId="3001883921" sldId="257"/>
        </pc:sldMkLst>
        <pc:spChg chg="mod">
          <ac:chgData name="Ali Burkemper" userId="S::aeburkemper@crimson.ua.edu::658fb497-37d3-460d-b822-a2c5d5932d16" providerId="AD" clId="Web-{1ED469B5-1722-07A8-4715-25021C8AB02E}" dt="2026-02-23T19:25:05.076" v="151" actId="20577"/>
          <ac:spMkLst>
            <pc:docMk/>
            <pc:sldMk cId="3001883921" sldId="257"/>
            <ac:spMk id="3" creationId="{9C72D593-730A-3927-6F4A-682BD24602CC}"/>
          </ac:spMkLst>
        </pc:spChg>
      </pc:sldChg>
    </pc:docChg>
  </pc:docChgLst>
  <pc:docChgLst>
    <pc:chgData name="Will Mulhern" userId="S::wrmulhern@crimson.ua.edu::1c29ddcd-fe02-4006-8a4c-f9852afbf3c0" providerId="AD" clId="Web-{EA69D73F-EEE3-78F0-E951-5263274FC022}"/>
    <pc:docChg chg="modSld">
      <pc:chgData name="Will Mulhern" userId="S::wrmulhern@crimson.ua.edu::1c29ddcd-fe02-4006-8a4c-f9852afbf3c0" providerId="AD" clId="Web-{EA69D73F-EEE3-78F0-E951-5263274FC022}" dt="2026-02-23T20:47:48.240" v="161" actId="20577"/>
      <pc:docMkLst>
        <pc:docMk/>
      </pc:docMkLst>
      <pc:sldChg chg="addSp delSp modSp">
        <pc:chgData name="Will Mulhern" userId="S::wrmulhern@crimson.ua.edu::1c29ddcd-fe02-4006-8a4c-f9852afbf3c0" providerId="AD" clId="Web-{EA69D73F-EEE3-78F0-E951-5263274FC022}" dt="2026-02-23T20:47:48.240" v="161" actId="20577"/>
        <pc:sldMkLst>
          <pc:docMk/>
          <pc:sldMk cId="766171391" sldId="261"/>
        </pc:sldMkLst>
        <pc:spChg chg="del mod">
          <ac:chgData name="Will Mulhern" userId="S::wrmulhern@crimson.ua.edu::1c29ddcd-fe02-4006-8a4c-f9852afbf3c0" providerId="AD" clId="Web-{EA69D73F-EEE3-78F0-E951-5263274FC022}" dt="2026-02-23T20:25:02.078" v="117"/>
          <ac:spMkLst>
            <pc:docMk/>
            <pc:sldMk cId="766171391" sldId="261"/>
            <ac:spMk id="3" creationId="{23E03261-D1A1-FA05-530D-D434D4EBC66D}"/>
          </ac:spMkLst>
        </pc:spChg>
        <pc:spChg chg="add mod">
          <ac:chgData name="Will Mulhern" userId="S::wrmulhern@crimson.ua.edu::1c29ddcd-fe02-4006-8a4c-f9852afbf3c0" providerId="AD" clId="Web-{EA69D73F-EEE3-78F0-E951-5263274FC022}" dt="2026-02-23T20:47:48.240" v="161" actId="20577"/>
          <ac:spMkLst>
            <pc:docMk/>
            <pc:sldMk cId="766171391" sldId="261"/>
            <ac:spMk id="5" creationId="{94EF86C1-91B5-53C9-22E0-29C2695FBA62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C797B7-5F0C-437B-94BF-BD54A790D2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01BA79B-46A5-42BC-A4E6-116B95DEA92F}">
      <dgm:prSet/>
      <dgm:spPr/>
      <dgm:t>
        <a:bodyPr/>
        <a:lstStyle/>
        <a:p>
          <a:r>
            <a:rPr lang="en-US"/>
            <a:t>Reverse engineered many of the necessary data parsing and graphing functions from MNE to allow for easier integration with PyInstaller</a:t>
          </a:r>
        </a:p>
      </dgm:t>
    </dgm:pt>
    <dgm:pt modelId="{E7A781B0-E0DD-45E3-934E-8EC65AA9815F}" type="parTrans" cxnId="{A0C9326D-2BDF-4778-8B07-E5B5E800DBC8}">
      <dgm:prSet/>
      <dgm:spPr/>
      <dgm:t>
        <a:bodyPr/>
        <a:lstStyle/>
        <a:p>
          <a:endParaRPr lang="en-US"/>
        </a:p>
      </dgm:t>
    </dgm:pt>
    <dgm:pt modelId="{977A682B-C51A-4191-8094-654597538BC9}" type="sibTrans" cxnId="{A0C9326D-2BDF-4778-8B07-E5B5E800DBC8}">
      <dgm:prSet/>
      <dgm:spPr/>
      <dgm:t>
        <a:bodyPr/>
        <a:lstStyle/>
        <a:p>
          <a:endParaRPr lang="en-US"/>
        </a:p>
      </dgm:t>
    </dgm:pt>
    <dgm:pt modelId="{9C35158B-CFC1-40F2-B390-BD6B128075EB}">
      <dgm:prSet/>
      <dgm:spPr/>
      <dgm:t>
        <a:bodyPr/>
        <a:lstStyle/>
        <a:p>
          <a:r>
            <a:rPr lang="en-US"/>
            <a:t>Designed and implemented a GUI that allows users to load, display, and manipulate graphs of EEG sensor data</a:t>
          </a:r>
        </a:p>
      </dgm:t>
    </dgm:pt>
    <dgm:pt modelId="{BE3012BB-1E8E-45C2-A085-B2B45BA51560}" type="parTrans" cxnId="{16395A2E-41FE-4B3E-BB6E-18702F6DF554}">
      <dgm:prSet/>
      <dgm:spPr/>
      <dgm:t>
        <a:bodyPr/>
        <a:lstStyle/>
        <a:p>
          <a:endParaRPr lang="en-US"/>
        </a:p>
      </dgm:t>
    </dgm:pt>
    <dgm:pt modelId="{16F83E8C-6294-4993-AD8C-E784F78BBC2C}" type="sibTrans" cxnId="{16395A2E-41FE-4B3E-BB6E-18702F6DF554}">
      <dgm:prSet/>
      <dgm:spPr/>
      <dgm:t>
        <a:bodyPr/>
        <a:lstStyle/>
        <a:p>
          <a:endParaRPr lang="en-US"/>
        </a:p>
      </dgm:t>
    </dgm:pt>
    <dgm:pt modelId="{AA790D61-DF51-4EF4-83C7-10EC6F9E1A7A}" type="pres">
      <dgm:prSet presAssocID="{77C797B7-5F0C-437B-94BF-BD54A790D2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E7DD39-15DF-4BB3-B033-D503E0EDCEFB}" type="pres">
      <dgm:prSet presAssocID="{A01BA79B-46A5-42BC-A4E6-116B95DEA92F}" presName="hierRoot1" presStyleCnt="0"/>
      <dgm:spPr/>
    </dgm:pt>
    <dgm:pt modelId="{FF3525DC-6640-4BAA-8B2E-18DE7FAF9AF4}" type="pres">
      <dgm:prSet presAssocID="{A01BA79B-46A5-42BC-A4E6-116B95DEA92F}" presName="composite" presStyleCnt="0"/>
      <dgm:spPr/>
    </dgm:pt>
    <dgm:pt modelId="{C8E7E2BD-9D7B-4230-8DE8-4AD848DB3B37}" type="pres">
      <dgm:prSet presAssocID="{A01BA79B-46A5-42BC-A4E6-116B95DEA92F}" presName="background" presStyleLbl="node0" presStyleIdx="0" presStyleCnt="2"/>
      <dgm:spPr/>
    </dgm:pt>
    <dgm:pt modelId="{DE31BE31-F50B-4C80-B190-9B6011E880A3}" type="pres">
      <dgm:prSet presAssocID="{A01BA79B-46A5-42BC-A4E6-116B95DEA92F}" presName="text" presStyleLbl="fgAcc0" presStyleIdx="0" presStyleCnt="2">
        <dgm:presLayoutVars>
          <dgm:chPref val="3"/>
        </dgm:presLayoutVars>
      </dgm:prSet>
      <dgm:spPr/>
    </dgm:pt>
    <dgm:pt modelId="{302A86EB-E49E-4FB5-A31A-F066C7E54925}" type="pres">
      <dgm:prSet presAssocID="{A01BA79B-46A5-42BC-A4E6-116B95DEA92F}" presName="hierChild2" presStyleCnt="0"/>
      <dgm:spPr/>
    </dgm:pt>
    <dgm:pt modelId="{09CF9C5F-5CD3-4D49-A7C4-3F29A45E1C41}" type="pres">
      <dgm:prSet presAssocID="{9C35158B-CFC1-40F2-B390-BD6B128075EB}" presName="hierRoot1" presStyleCnt="0"/>
      <dgm:spPr/>
    </dgm:pt>
    <dgm:pt modelId="{F5D1C05D-0FF6-4BE1-8A5E-AD7B2D8E9E90}" type="pres">
      <dgm:prSet presAssocID="{9C35158B-CFC1-40F2-B390-BD6B128075EB}" presName="composite" presStyleCnt="0"/>
      <dgm:spPr/>
    </dgm:pt>
    <dgm:pt modelId="{D0E86E81-7390-4647-937D-5BE704102678}" type="pres">
      <dgm:prSet presAssocID="{9C35158B-CFC1-40F2-B390-BD6B128075EB}" presName="background" presStyleLbl="node0" presStyleIdx="1" presStyleCnt="2"/>
      <dgm:spPr/>
    </dgm:pt>
    <dgm:pt modelId="{DE8D1DAA-6191-481E-B351-4E836100EE25}" type="pres">
      <dgm:prSet presAssocID="{9C35158B-CFC1-40F2-B390-BD6B128075EB}" presName="text" presStyleLbl="fgAcc0" presStyleIdx="1" presStyleCnt="2">
        <dgm:presLayoutVars>
          <dgm:chPref val="3"/>
        </dgm:presLayoutVars>
      </dgm:prSet>
      <dgm:spPr/>
    </dgm:pt>
    <dgm:pt modelId="{B67FFFBB-0B25-4958-9735-0BF680888326}" type="pres">
      <dgm:prSet presAssocID="{9C35158B-CFC1-40F2-B390-BD6B128075EB}" presName="hierChild2" presStyleCnt="0"/>
      <dgm:spPr/>
    </dgm:pt>
  </dgm:ptLst>
  <dgm:cxnLst>
    <dgm:cxn modelId="{16395A2E-41FE-4B3E-BB6E-18702F6DF554}" srcId="{77C797B7-5F0C-437B-94BF-BD54A790D260}" destId="{9C35158B-CFC1-40F2-B390-BD6B128075EB}" srcOrd="1" destOrd="0" parTransId="{BE3012BB-1E8E-45C2-A085-B2B45BA51560}" sibTransId="{16F83E8C-6294-4993-AD8C-E784F78BBC2C}"/>
    <dgm:cxn modelId="{A0C9326D-2BDF-4778-8B07-E5B5E800DBC8}" srcId="{77C797B7-5F0C-437B-94BF-BD54A790D260}" destId="{A01BA79B-46A5-42BC-A4E6-116B95DEA92F}" srcOrd="0" destOrd="0" parTransId="{E7A781B0-E0DD-45E3-934E-8EC65AA9815F}" sibTransId="{977A682B-C51A-4191-8094-654597538BC9}"/>
    <dgm:cxn modelId="{E74414B3-E190-425B-AF62-14664432CE0A}" type="presOf" srcId="{9C35158B-CFC1-40F2-B390-BD6B128075EB}" destId="{DE8D1DAA-6191-481E-B351-4E836100EE25}" srcOrd="0" destOrd="0" presId="urn:microsoft.com/office/officeart/2005/8/layout/hierarchy1"/>
    <dgm:cxn modelId="{C2114ABD-9D24-4D64-BC8B-F079564780BC}" type="presOf" srcId="{A01BA79B-46A5-42BC-A4E6-116B95DEA92F}" destId="{DE31BE31-F50B-4C80-B190-9B6011E880A3}" srcOrd="0" destOrd="0" presId="urn:microsoft.com/office/officeart/2005/8/layout/hierarchy1"/>
    <dgm:cxn modelId="{987AADD3-5B18-450D-B00C-C01C89909E44}" type="presOf" srcId="{77C797B7-5F0C-437B-94BF-BD54A790D260}" destId="{AA790D61-DF51-4EF4-83C7-10EC6F9E1A7A}" srcOrd="0" destOrd="0" presId="urn:microsoft.com/office/officeart/2005/8/layout/hierarchy1"/>
    <dgm:cxn modelId="{657E918C-4E1A-4D2D-A27D-2E1784A2BAC4}" type="presParOf" srcId="{AA790D61-DF51-4EF4-83C7-10EC6F9E1A7A}" destId="{5AE7DD39-15DF-4BB3-B033-D503E0EDCEFB}" srcOrd="0" destOrd="0" presId="urn:microsoft.com/office/officeart/2005/8/layout/hierarchy1"/>
    <dgm:cxn modelId="{8C5955F8-7B5B-488D-8D38-A3B234E2D500}" type="presParOf" srcId="{5AE7DD39-15DF-4BB3-B033-D503E0EDCEFB}" destId="{FF3525DC-6640-4BAA-8B2E-18DE7FAF9AF4}" srcOrd="0" destOrd="0" presId="urn:microsoft.com/office/officeart/2005/8/layout/hierarchy1"/>
    <dgm:cxn modelId="{05F6D1BE-3A34-47F5-B68C-9E1BBD31694E}" type="presParOf" srcId="{FF3525DC-6640-4BAA-8B2E-18DE7FAF9AF4}" destId="{C8E7E2BD-9D7B-4230-8DE8-4AD848DB3B37}" srcOrd="0" destOrd="0" presId="urn:microsoft.com/office/officeart/2005/8/layout/hierarchy1"/>
    <dgm:cxn modelId="{03F003EE-83BD-465D-929C-676AF8431FDA}" type="presParOf" srcId="{FF3525DC-6640-4BAA-8B2E-18DE7FAF9AF4}" destId="{DE31BE31-F50B-4C80-B190-9B6011E880A3}" srcOrd="1" destOrd="0" presId="urn:microsoft.com/office/officeart/2005/8/layout/hierarchy1"/>
    <dgm:cxn modelId="{5165F3D3-AB3D-4A85-9981-DACC879EE56C}" type="presParOf" srcId="{5AE7DD39-15DF-4BB3-B033-D503E0EDCEFB}" destId="{302A86EB-E49E-4FB5-A31A-F066C7E54925}" srcOrd="1" destOrd="0" presId="urn:microsoft.com/office/officeart/2005/8/layout/hierarchy1"/>
    <dgm:cxn modelId="{67FF493E-DA03-4A11-BABC-59EE6F9CD64E}" type="presParOf" srcId="{AA790D61-DF51-4EF4-83C7-10EC6F9E1A7A}" destId="{09CF9C5F-5CD3-4D49-A7C4-3F29A45E1C41}" srcOrd="1" destOrd="0" presId="urn:microsoft.com/office/officeart/2005/8/layout/hierarchy1"/>
    <dgm:cxn modelId="{D956A7DC-3DAA-4086-B04A-A7FDEA0D3A37}" type="presParOf" srcId="{09CF9C5F-5CD3-4D49-A7C4-3F29A45E1C41}" destId="{F5D1C05D-0FF6-4BE1-8A5E-AD7B2D8E9E90}" srcOrd="0" destOrd="0" presId="urn:microsoft.com/office/officeart/2005/8/layout/hierarchy1"/>
    <dgm:cxn modelId="{1D51C635-77B6-49B2-815F-402261578BE2}" type="presParOf" srcId="{F5D1C05D-0FF6-4BE1-8A5E-AD7B2D8E9E90}" destId="{D0E86E81-7390-4647-937D-5BE704102678}" srcOrd="0" destOrd="0" presId="urn:microsoft.com/office/officeart/2005/8/layout/hierarchy1"/>
    <dgm:cxn modelId="{3401AD8B-987B-43E5-9CAF-65D8D4EB9625}" type="presParOf" srcId="{F5D1C05D-0FF6-4BE1-8A5E-AD7B2D8E9E90}" destId="{DE8D1DAA-6191-481E-B351-4E836100EE25}" srcOrd="1" destOrd="0" presId="urn:microsoft.com/office/officeart/2005/8/layout/hierarchy1"/>
    <dgm:cxn modelId="{1C2A363E-1220-4E1E-8A68-DA28C35A8B94}" type="presParOf" srcId="{09CF9C5F-5CD3-4D49-A7C4-3F29A45E1C41}" destId="{B67FFFBB-0B25-4958-9735-0BF68088832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735F4B-ED34-4CC1-8C5B-494E55060344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13524E-45DF-4937-8FB9-255940CDEE67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400">
              <a:latin typeface="Aptos"/>
              <a:ea typeface="+mn-ea"/>
              <a:cs typeface="+mn-cs"/>
            </a:rPr>
            <a:t>1 - Create a drop down to change </a:t>
          </a:r>
          <a:r>
            <a:rPr lang="en-US" sz="3400" b="1">
              <a:latin typeface="Aptos"/>
              <a:ea typeface="+mn-ea"/>
              <a:cs typeface="+mn-cs"/>
            </a:rPr>
            <a:t>event types</a:t>
          </a:r>
          <a:r>
            <a:rPr lang="en-US" sz="3400">
              <a:latin typeface="Aptos"/>
              <a:ea typeface="+mn-ea"/>
              <a:cs typeface="+mn-cs"/>
            </a:rPr>
            <a:t> specified in the given .set file</a:t>
          </a:r>
        </a:p>
      </dgm:t>
    </dgm:pt>
    <dgm:pt modelId="{4DDE9FB9-A925-4C3F-9988-5D32C77887D2}" type="parTrans" cxnId="{7FEE89E0-D53B-4964-9172-9A652653C87E}">
      <dgm:prSet/>
      <dgm:spPr/>
      <dgm:t>
        <a:bodyPr/>
        <a:lstStyle/>
        <a:p>
          <a:endParaRPr lang="en-US"/>
        </a:p>
      </dgm:t>
    </dgm:pt>
    <dgm:pt modelId="{04C4A8D6-AEF6-4BD7-8FB3-DA970ECCEFC5}" type="sibTrans" cxnId="{7FEE89E0-D53B-4964-9172-9A652653C87E}">
      <dgm:prSet/>
      <dgm:spPr/>
      <dgm:t>
        <a:bodyPr/>
        <a:lstStyle/>
        <a:p>
          <a:endParaRPr lang="en-US"/>
        </a:p>
      </dgm:t>
    </dgm:pt>
    <dgm:pt modelId="{ED4AA9BA-FEE3-4322-931E-911F674AAA2F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400">
              <a:latin typeface="Aptos" panose="020B0004020202020204"/>
              <a:ea typeface="+mn-ea"/>
              <a:cs typeface="+mn-cs"/>
            </a:rPr>
            <a:t>2 - Create an </a:t>
          </a:r>
          <a:r>
            <a:rPr lang="en-US" sz="3400" b="1">
              <a:latin typeface="Aptos" panose="020B0004020202020204"/>
              <a:ea typeface="+mn-ea"/>
              <a:cs typeface="+mn-cs"/>
            </a:rPr>
            <a:t>executable using </a:t>
          </a:r>
          <a:r>
            <a:rPr lang="en-US" sz="3400" b="1" err="1">
              <a:latin typeface="Aptos" panose="020B0004020202020204"/>
              <a:ea typeface="+mn-ea"/>
              <a:cs typeface="+mn-cs"/>
            </a:rPr>
            <a:t>PyInstaller</a:t>
          </a:r>
          <a:r>
            <a:rPr lang="en-US" sz="3400">
              <a:latin typeface="Aptos" panose="020B0004020202020204"/>
              <a:ea typeface="+mn-ea"/>
              <a:cs typeface="+mn-cs"/>
            </a:rPr>
            <a:t> in Sprint 2</a:t>
          </a:r>
        </a:p>
      </dgm:t>
    </dgm:pt>
    <dgm:pt modelId="{BCE94C2E-D3AD-431E-8F14-4815530E30B2}" type="parTrans" cxnId="{3C14C564-30B3-4FBD-80CD-C34B4DB6C850}">
      <dgm:prSet/>
      <dgm:spPr/>
      <dgm:t>
        <a:bodyPr/>
        <a:lstStyle/>
        <a:p>
          <a:endParaRPr lang="en-US"/>
        </a:p>
      </dgm:t>
    </dgm:pt>
    <dgm:pt modelId="{7F78A446-FAD8-4E15-9EC3-24B0E159256E}" type="sibTrans" cxnId="{3C14C564-30B3-4FBD-80CD-C34B4DB6C850}">
      <dgm:prSet/>
      <dgm:spPr/>
      <dgm:t>
        <a:bodyPr/>
        <a:lstStyle/>
        <a:p>
          <a:endParaRPr lang="en-US"/>
        </a:p>
      </dgm:t>
    </dgm:pt>
    <dgm:pt modelId="{B3241A16-E22D-4970-9B8A-8CE7C7B7844D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3400">
              <a:latin typeface="Aptos" panose="020B0004020202020204"/>
              <a:ea typeface="+mn-ea"/>
              <a:cs typeface="+mn-cs"/>
            </a:rPr>
            <a:t>3 - Narrowed scope from a live data plotting tool to a</a:t>
          </a:r>
          <a:r>
            <a:rPr lang="en-US" sz="3400" b="1">
              <a:latin typeface="Aptos" panose="020B0004020202020204"/>
              <a:ea typeface="+mn-ea"/>
              <a:cs typeface="+mn-cs"/>
            </a:rPr>
            <a:t> rapid development tool</a:t>
          </a:r>
        </a:p>
      </dgm:t>
    </dgm:pt>
    <dgm:pt modelId="{EF89BB0F-F865-41E2-9C35-A5EB4EFFE231}" type="parTrans" cxnId="{5E2318A9-BF8D-43A3-B703-A302C968172D}">
      <dgm:prSet/>
      <dgm:spPr/>
      <dgm:t>
        <a:bodyPr/>
        <a:lstStyle/>
        <a:p>
          <a:endParaRPr lang="en-US"/>
        </a:p>
      </dgm:t>
    </dgm:pt>
    <dgm:pt modelId="{CB60326F-8C5F-4843-B64E-CD1F71184E4E}" type="sibTrans" cxnId="{5E2318A9-BF8D-43A3-B703-A302C968172D}">
      <dgm:prSet/>
      <dgm:spPr/>
      <dgm:t>
        <a:bodyPr/>
        <a:lstStyle/>
        <a:p>
          <a:endParaRPr lang="en-US"/>
        </a:p>
      </dgm:t>
    </dgm:pt>
    <dgm:pt modelId="{5455BD83-9781-490B-A272-0C90F89C2446}" type="pres">
      <dgm:prSet presAssocID="{65735F4B-ED34-4CC1-8C5B-494E55060344}" presName="linear" presStyleCnt="0">
        <dgm:presLayoutVars>
          <dgm:animLvl val="lvl"/>
          <dgm:resizeHandles val="exact"/>
        </dgm:presLayoutVars>
      </dgm:prSet>
      <dgm:spPr/>
    </dgm:pt>
    <dgm:pt modelId="{DD8293FA-EB92-462F-BF58-320353CB55C6}" type="pres">
      <dgm:prSet presAssocID="{ED13524E-45DF-4937-8FB9-255940CDEE67}" presName="parentText" presStyleLbl="node1" presStyleIdx="0" presStyleCnt="3">
        <dgm:presLayoutVars>
          <dgm:chMax val="0"/>
          <dgm:bulletEnabled val="1"/>
        </dgm:presLayoutVars>
      </dgm:prSet>
      <dgm:spPr>
        <a:solidFill>
          <a:schemeClr val="accent1">
            <a:lumMod val="75000"/>
          </a:schemeClr>
        </a:solidFill>
      </dgm:spPr>
    </dgm:pt>
    <dgm:pt modelId="{44D76308-A811-4F65-975A-6C7E7B2FF42F}" type="pres">
      <dgm:prSet presAssocID="{04C4A8D6-AEF6-4BD7-8FB3-DA970ECCEFC5}" presName="spacer" presStyleCnt="0"/>
      <dgm:spPr/>
    </dgm:pt>
    <dgm:pt modelId="{8FED0DCF-9EAC-4670-B5D5-EC3ADA683813}" type="pres">
      <dgm:prSet presAssocID="{ED4AA9BA-FEE3-4322-931E-911F674AAA2F}" presName="parentText" presStyleLbl="node1" presStyleIdx="1" presStyleCnt="3">
        <dgm:presLayoutVars>
          <dgm:chMax val="0"/>
          <dgm:bulletEnabled val="1"/>
        </dgm:presLayoutVars>
      </dgm:prSet>
      <dgm:spPr>
        <a:solidFill>
          <a:schemeClr val="accent1">
            <a:lumMod val="75000"/>
          </a:schemeClr>
        </a:solidFill>
      </dgm:spPr>
    </dgm:pt>
    <dgm:pt modelId="{6326CE92-4E1F-43B4-9C1A-5F5F0CC30BD4}" type="pres">
      <dgm:prSet presAssocID="{7F78A446-FAD8-4E15-9EC3-24B0E159256E}" presName="spacer" presStyleCnt="0"/>
      <dgm:spPr/>
    </dgm:pt>
    <dgm:pt modelId="{0B5E6CE1-3F00-4E1B-BA23-08CF506A6E86}" type="pres">
      <dgm:prSet presAssocID="{B3241A16-E22D-4970-9B8A-8CE7C7B7844D}" presName="parentText" presStyleLbl="node1" presStyleIdx="2" presStyleCnt="3">
        <dgm:presLayoutVars>
          <dgm:chMax val="0"/>
          <dgm:bulletEnabled val="1"/>
        </dgm:presLayoutVars>
      </dgm:prSet>
      <dgm:spPr>
        <a:solidFill>
          <a:schemeClr val="accent1">
            <a:lumMod val="75000"/>
          </a:schemeClr>
        </a:solidFill>
      </dgm:spPr>
    </dgm:pt>
  </dgm:ptLst>
  <dgm:cxnLst>
    <dgm:cxn modelId="{50AD1311-C20A-4423-AD34-2591F7AFA0AF}" type="presOf" srcId="{B3241A16-E22D-4970-9B8A-8CE7C7B7844D}" destId="{0B5E6CE1-3F00-4E1B-BA23-08CF506A6E86}" srcOrd="0" destOrd="0" presId="urn:microsoft.com/office/officeart/2005/8/layout/vList2"/>
    <dgm:cxn modelId="{8E5B4132-54D0-482E-9372-046EB0F7F09D}" type="presOf" srcId="{ED4AA9BA-FEE3-4322-931E-911F674AAA2F}" destId="{8FED0DCF-9EAC-4670-B5D5-EC3ADA683813}" srcOrd="0" destOrd="0" presId="urn:microsoft.com/office/officeart/2005/8/layout/vList2"/>
    <dgm:cxn modelId="{3C14C564-30B3-4FBD-80CD-C34B4DB6C850}" srcId="{65735F4B-ED34-4CC1-8C5B-494E55060344}" destId="{ED4AA9BA-FEE3-4322-931E-911F674AAA2F}" srcOrd="1" destOrd="0" parTransId="{BCE94C2E-D3AD-431E-8F14-4815530E30B2}" sibTransId="{7F78A446-FAD8-4E15-9EC3-24B0E159256E}"/>
    <dgm:cxn modelId="{0A9E3868-1A84-4FED-AE04-76FCACDAA375}" type="presOf" srcId="{ED13524E-45DF-4937-8FB9-255940CDEE67}" destId="{DD8293FA-EB92-462F-BF58-320353CB55C6}" srcOrd="0" destOrd="0" presId="urn:microsoft.com/office/officeart/2005/8/layout/vList2"/>
    <dgm:cxn modelId="{6789A871-62CB-4EF5-AC7B-D37D5F0BEE83}" type="presOf" srcId="{65735F4B-ED34-4CC1-8C5B-494E55060344}" destId="{5455BD83-9781-490B-A272-0C90F89C2446}" srcOrd="0" destOrd="0" presId="urn:microsoft.com/office/officeart/2005/8/layout/vList2"/>
    <dgm:cxn modelId="{5E2318A9-BF8D-43A3-B703-A302C968172D}" srcId="{65735F4B-ED34-4CC1-8C5B-494E55060344}" destId="{B3241A16-E22D-4970-9B8A-8CE7C7B7844D}" srcOrd="2" destOrd="0" parTransId="{EF89BB0F-F865-41E2-9C35-A5EB4EFFE231}" sibTransId="{CB60326F-8C5F-4843-B64E-CD1F71184E4E}"/>
    <dgm:cxn modelId="{7FEE89E0-D53B-4964-9172-9A652653C87E}" srcId="{65735F4B-ED34-4CC1-8C5B-494E55060344}" destId="{ED13524E-45DF-4937-8FB9-255940CDEE67}" srcOrd="0" destOrd="0" parTransId="{4DDE9FB9-A925-4C3F-9988-5D32C77887D2}" sibTransId="{04C4A8D6-AEF6-4BD7-8FB3-DA970ECCEFC5}"/>
    <dgm:cxn modelId="{E9C8B3A6-8D94-41DA-8588-4B8DB18DFF97}" type="presParOf" srcId="{5455BD83-9781-490B-A272-0C90F89C2446}" destId="{DD8293FA-EB92-462F-BF58-320353CB55C6}" srcOrd="0" destOrd="0" presId="urn:microsoft.com/office/officeart/2005/8/layout/vList2"/>
    <dgm:cxn modelId="{EBF6A7AC-37BC-4C09-A2DE-3AE66603BE79}" type="presParOf" srcId="{5455BD83-9781-490B-A272-0C90F89C2446}" destId="{44D76308-A811-4F65-975A-6C7E7B2FF42F}" srcOrd="1" destOrd="0" presId="urn:microsoft.com/office/officeart/2005/8/layout/vList2"/>
    <dgm:cxn modelId="{80326631-11E1-481C-90B4-AFF8D2DC00EA}" type="presParOf" srcId="{5455BD83-9781-490B-A272-0C90F89C2446}" destId="{8FED0DCF-9EAC-4670-B5D5-EC3ADA683813}" srcOrd="2" destOrd="0" presId="urn:microsoft.com/office/officeart/2005/8/layout/vList2"/>
    <dgm:cxn modelId="{5DCC885A-226C-4C29-BEA4-32CDC871F2A1}" type="presParOf" srcId="{5455BD83-9781-490B-A272-0C90F89C2446}" destId="{6326CE92-4E1F-43B4-9C1A-5F5F0CC30BD4}" srcOrd="3" destOrd="0" presId="urn:microsoft.com/office/officeart/2005/8/layout/vList2"/>
    <dgm:cxn modelId="{8A97EA23-C2F9-4D60-B958-80CE40ED358E}" type="presParOf" srcId="{5455BD83-9781-490B-A272-0C90F89C2446}" destId="{0B5E6CE1-3F00-4E1B-BA23-08CF506A6E8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3AF1EB-BB0B-4212-AFE5-91C9E07F4B2F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35B19BE-797D-4B14-A2C3-C7EB7C407BA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.set file validation</a:t>
          </a:r>
        </a:p>
      </dgm:t>
    </dgm:pt>
    <dgm:pt modelId="{A3B1C15F-9DB0-492F-8EED-5E3E29256BCF}" type="parTrans" cxnId="{E11C1F91-D11B-4876-8B06-9E927C144487}">
      <dgm:prSet/>
      <dgm:spPr/>
      <dgm:t>
        <a:bodyPr/>
        <a:lstStyle/>
        <a:p>
          <a:endParaRPr lang="en-US"/>
        </a:p>
      </dgm:t>
    </dgm:pt>
    <dgm:pt modelId="{46C8C1AF-10E8-4BE3-8683-98E885F6A942}" type="sibTrans" cxnId="{E11C1F91-D11B-4876-8B06-9E927C144487}">
      <dgm:prSet/>
      <dgm:spPr/>
      <dgm:t>
        <a:bodyPr/>
        <a:lstStyle/>
        <a:p>
          <a:endParaRPr lang="en-US"/>
        </a:p>
      </dgm:t>
    </dgm:pt>
    <dgm:pt modelId="{E9290803-D140-4058-B251-D3EC7C9A6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Verify file structure and metadata fields</a:t>
          </a:r>
        </a:p>
      </dgm:t>
    </dgm:pt>
    <dgm:pt modelId="{603144D2-2F5F-4E86-8B89-8843688FD0B3}" type="parTrans" cxnId="{C1E61026-57FD-467F-921A-0CFAAB2E09B9}">
      <dgm:prSet/>
      <dgm:spPr/>
      <dgm:t>
        <a:bodyPr/>
        <a:lstStyle/>
        <a:p>
          <a:endParaRPr lang="en-US"/>
        </a:p>
      </dgm:t>
    </dgm:pt>
    <dgm:pt modelId="{6A00A6D3-B46D-49BB-A382-9F9BEC371039}" type="sibTrans" cxnId="{C1E61026-57FD-467F-921A-0CFAAB2E09B9}">
      <dgm:prSet/>
      <dgm:spPr/>
      <dgm:t>
        <a:bodyPr/>
        <a:lstStyle/>
        <a:p>
          <a:endParaRPr lang="en-US"/>
        </a:p>
      </dgm:t>
    </dgm:pt>
    <dgm:pt modelId="{9F90FB77-C7F2-4EB4-BF39-D06B91DB6B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Validate channel labels and event markers</a:t>
          </a:r>
        </a:p>
      </dgm:t>
    </dgm:pt>
    <dgm:pt modelId="{70E2147B-CDEE-41A5-B798-5A29AB55BD56}" type="parTrans" cxnId="{BE529480-773C-4401-90F0-E44B491737A9}">
      <dgm:prSet/>
      <dgm:spPr/>
      <dgm:t>
        <a:bodyPr/>
        <a:lstStyle/>
        <a:p>
          <a:endParaRPr lang="en-US"/>
        </a:p>
      </dgm:t>
    </dgm:pt>
    <dgm:pt modelId="{DC1E35ED-E10B-49BE-9C6C-58F039D8B95F}" type="sibTrans" cxnId="{BE529480-773C-4401-90F0-E44B491737A9}">
      <dgm:prSet/>
      <dgm:spPr/>
      <dgm:t>
        <a:bodyPr/>
        <a:lstStyle/>
        <a:p>
          <a:endParaRPr lang="en-US"/>
        </a:p>
      </dgm:t>
    </dgm:pt>
    <dgm:pt modelId="{1C7512C4-B6DA-4128-BD65-660C2557B5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Reject</a:t>
          </a:r>
          <a:r>
            <a:rPr lang="en-US"/>
            <a:t> invalid files</a:t>
          </a:r>
        </a:p>
      </dgm:t>
    </dgm:pt>
    <dgm:pt modelId="{F754D593-7074-42E4-8168-4D2F28A1A40D}" type="parTrans" cxnId="{21FF984D-ED74-4C70-B3C4-80C8FA4A7DD5}">
      <dgm:prSet/>
      <dgm:spPr/>
      <dgm:t>
        <a:bodyPr/>
        <a:lstStyle/>
        <a:p>
          <a:endParaRPr lang="en-US"/>
        </a:p>
      </dgm:t>
    </dgm:pt>
    <dgm:pt modelId="{419542F4-02A0-4502-ACDF-955591575ED4}" type="sibTrans" cxnId="{21FF984D-ED74-4C70-B3C4-80C8FA4A7DD5}">
      <dgm:prSet/>
      <dgm:spPr/>
      <dgm:t>
        <a:bodyPr/>
        <a:lstStyle/>
        <a:p>
          <a:endParaRPr lang="en-US"/>
        </a:p>
      </dgm:t>
    </dgm:pt>
    <dgm:pt modelId="{D83A83A6-4852-46A6-B497-A7562B9C99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.set file security</a:t>
          </a:r>
        </a:p>
      </dgm:t>
    </dgm:pt>
    <dgm:pt modelId="{B4ECEEA0-CAA9-4E67-AD33-E792A2C97D2F}" type="parTrans" cxnId="{47F49AB8-6BC8-4B69-AFC5-5C2AB3894468}">
      <dgm:prSet/>
      <dgm:spPr/>
      <dgm:t>
        <a:bodyPr/>
        <a:lstStyle/>
        <a:p>
          <a:endParaRPr lang="en-US"/>
        </a:p>
      </dgm:t>
    </dgm:pt>
    <dgm:pt modelId="{1BE16ADE-76B8-4EF5-9EC8-0927A47D1F7D}" type="sibTrans" cxnId="{47F49AB8-6BC8-4B69-AFC5-5C2AB3894468}">
      <dgm:prSet/>
      <dgm:spPr/>
      <dgm:t>
        <a:bodyPr/>
        <a:lstStyle/>
        <a:p>
          <a:endParaRPr lang="en-US"/>
        </a:p>
      </dgm:t>
    </dgm:pt>
    <dgm:pt modelId="{52FAF572-1CE5-48A1-8636-51AE6645FB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Restrict access permissions</a:t>
          </a:r>
        </a:p>
      </dgm:t>
    </dgm:pt>
    <dgm:pt modelId="{AC0CC8B9-B8B3-44FB-8E1B-040B1DFB6191}" type="parTrans" cxnId="{BC24AC9E-B0F5-4840-8E02-45303B6AAC83}">
      <dgm:prSet/>
      <dgm:spPr/>
      <dgm:t>
        <a:bodyPr/>
        <a:lstStyle/>
        <a:p>
          <a:endParaRPr lang="en-US"/>
        </a:p>
      </dgm:t>
    </dgm:pt>
    <dgm:pt modelId="{B3F85C5E-5431-45BD-9D22-2057E71260B5}" type="sibTrans" cxnId="{BC24AC9E-B0F5-4840-8E02-45303B6AAC83}">
      <dgm:prSet/>
      <dgm:spPr/>
      <dgm:t>
        <a:bodyPr/>
        <a:lstStyle/>
        <a:p>
          <a:endParaRPr lang="en-US"/>
        </a:p>
      </dgm:t>
    </dgm:pt>
    <dgm:pt modelId="{89600A9F-CD79-4CCE-9018-BA19D3D124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Encrypt local directories</a:t>
          </a:r>
        </a:p>
      </dgm:t>
    </dgm:pt>
    <dgm:pt modelId="{EF18BBD3-20A4-412A-963C-AC82286C984B}" type="parTrans" cxnId="{B8417841-FECF-4292-8688-31EE40292B3A}">
      <dgm:prSet/>
      <dgm:spPr/>
      <dgm:t>
        <a:bodyPr/>
        <a:lstStyle/>
        <a:p>
          <a:endParaRPr lang="en-US"/>
        </a:p>
      </dgm:t>
    </dgm:pt>
    <dgm:pt modelId="{CA342F4B-D3E8-44EE-AE26-E1EA88628C64}" type="sibTrans" cxnId="{B8417841-FECF-4292-8688-31EE40292B3A}">
      <dgm:prSet/>
      <dgm:spPr/>
      <dgm:t>
        <a:bodyPr/>
        <a:lstStyle/>
        <a:p>
          <a:endParaRPr lang="en-US"/>
        </a:p>
      </dgm:t>
    </dgm:pt>
    <dgm:pt modelId="{1A7C15A9-938A-4F45-A6A7-4DD98B0286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 storing raw data longer than we have to</a:t>
          </a:r>
        </a:p>
      </dgm:t>
    </dgm:pt>
    <dgm:pt modelId="{DAEAC60E-565D-4DEB-B167-F8B090EA5BA4}" type="parTrans" cxnId="{95964723-C6C0-4379-9E8E-BCF97F66757E}">
      <dgm:prSet/>
      <dgm:spPr/>
      <dgm:t>
        <a:bodyPr/>
        <a:lstStyle/>
        <a:p>
          <a:endParaRPr lang="en-US"/>
        </a:p>
      </dgm:t>
    </dgm:pt>
    <dgm:pt modelId="{97700191-DDDE-46E3-9718-01C38AEE8C5B}" type="sibTrans" cxnId="{95964723-C6C0-4379-9E8E-BCF97F66757E}">
      <dgm:prSet/>
      <dgm:spPr/>
      <dgm:t>
        <a:bodyPr/>
        <a:lstStyle/>
        <a:p>
          <a:endParaRPr lang="en-US"/>
        </a:p>
      </dgm:t>
    </dgm:pt>
    <dgm:pt modelId="{587CC146-9683-4C92-B888-B18F33DCE48F}" type="pres">
      <dgm:prSet presAssocID="{A83AF1EB-BB0B-4212-AFE5-91C9E07F4B2F}" presName="root" presStyleCnt="0">
        <dgm:presLayoutVars>
          <dgm:dir/>
          <dgm:resizeHandles val="exact"/>
        </dgm:presLayoutVars>
      </dgm:prSet>
      <dgm:spPr/>
    </dgm:pt>
    <dgm:pt modelId="{601FAFDA-8D2D-46DC-8E6E-B6CE2253A895}" type="pres">
      <dgm:prSet presAssocID="{935B19BE-797D-4B14-A2C3-C7EB7C407BA8}" presName="compNode" presStyleCnt="0"/>
      <dgm:spPr/>
    </dgm:pt>
    <dgm:pt modelId="{19229AA3-F214-485A-A540-293F3F94462C}" type="pres">
      <dgm:prSet presAssocID="{935B19BE-797D-4B14-A2C3-C7EB7C407BA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F14ED1D-5D66-4478-A4D4-DF3CE1C0E1D7}" type="pres">
      <dgm:prSet presAssocID="{935B19BE-797D-4B14-A2C3-C7EB7C407BA8}" presName="iconSpace" presStyleCnt="0"/>
      <dgm:spPr/>
    </dgm:pt>
    <dgm:pt modelId="{876C2EAA-E285-43CA-8025-90E6F43533C6}" type="pres">
      <dgm:prSet presAssocID="{935B19BE-797D-4B14-A2C3-C7EB7C407BA8}" presName="parTx" presStyleLbl="revTx" presStyleIdx="0" presStyleCnt="4">
        <dgm:presLayoutVars>
          <dgm:chMax val="0"/>
          <dgm:chPref val="0"/>
        </dgm:presLayoutVars>
      </dgm:prSet>
      <dgm:spPr/>
    </dgm:pt>
    <dgm:pt modelId="{9B278A70-3CFB-4CCD-A198-55B6D93AE647}" type="pres">
      <dgm:prSet presAssocID="{935B19BE-797D-4B14-A2C3-C7EB7C407BA8}" presName="txSpace" presStyleCnt="0"/>
      <dgm:spPr/>
    </dgm:pt>
    <dgm:pt modelId="{8F115943-24E8-46C0-9416-0CC76F9E1CE5}" type="pres">
      <dgm:prSet presAssocID="{935B19BE-797D-4B14-A2C3-C7EB7C407BA8}" presName="desTx" presStyleLbl="revTx" presStyleIdx="1" presStyleCnt="4">
        <dgm:presLayoutVars/>
      </dgm:prSet>
      <dgm:spPr/>
    </dgm:pt>
    <dgm:pt modelId="{2FD50735-B5DE-4317-AC5B-1D910C8FF8C2}" type="pres">
      <dgm:prSet presAssocID="{46C8C1AF-10E8-4BE3-8683-98E885F6A942}" presName="sibTrans" presStyleCnt="0"/>
      <dgm:spPr/>
    </dgm:pt>
    <dgm:pt modelId="{056D311A-240A-49EE-B0EE-CEFC1F6384DD}" type="pres">
      <dgm:prSet presAssocID="{D83A83A6-4852-46A6-B497-A7562B9C9922}" presName="compNode" presStyleCnt="0"/>
      <dgm:spPr/>
    </dgm:pt>
    <dgm:pt modelId="{20D7F9F8-E31D-4C07-A2D3-5E8D41800F44}" type="pres">
      <dgm:prSet presAssocID="{D83A83A6-4852-46A6-B497-A7562B9C99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5C54A6F-8586-44E6-B359-C7444D724D80}" type="pres">
      <dgm:prSet presAssocID="{D83A83A6-4852-46A6-B497-A7562B9C9922}" presName="iconSpace" presStyleCnt="0"/>
      <dgm:spPr/>
    </dgm:pt>
    <dgm:pt modelId="{60582EC6-1878-4BAA-806D-5AC439EA3FEB}" type="pres">
      <dgm:prSet presAssocID="{D83A83A6-4852-46A6-B497-A7562B9C9922}" presName="parTx" presStyleLbl="revTx" presStyleIdx="2" presStyleCnt="4">
        <dgm:presLayoutVars>
          <dgm:chMax val="0"/>
          <dgm:chPref val="0"/>
        </dgm:presLayoutVars>
      </dgm:prSet>
      <dgm:spPr/>
    </dgm:pt>
    <dgm:pt modelId="{B5FDBC47-16C7-4950-9B70-3C664992B223}" type="pres">
      <dgm:prSet presAssocID="{D83A83A6-4852-46A6-B497-A7562B9C9922}" presName="txSpace" presStyleCnt="0"/>
      <dgm:spPr/>
    </dgm:pt>
    <dgm:pt modelId="{7FDB87B5-31B0-4193-9BAA-BA111B525762}" type="pres">
      <dgm:prSet presAssocID="{D83A83A6-4852-46A6-B497-A7562B9C9922}" presName="desTx" presStyleLbl="revTx" presStyleIdx="3" presStyleCnt="4">
        <dgm:presLayoutVars/>
      </dgm:prSet>
      <dgm:spPr/>
    </dgm:pt>
  </dgm:ptLst>
  <dgm:cxnLst>
    <dgm:cxn modelId="{E4AE2512-D00F-42BE-BF31-96A8F9265FD4}" type="presOf" srcId="{A83AF1EB-BB0B-4212-AFE5-91C9E07F4B2F}" destId="{587CC146-9683-4C92-B888-B18F33DCE48F}" srcOrd="0" destOrd="0" presId="urn:microsoft.com/office/officeart/2018/2/layout/IconLabelDescriptionList"/>
    <dgm:cxn modelId="{95964723-C6C0-4379-9E8E-BCF97F66757E}" srcId="{D83A83A6-4852-46A6-B497-A7562B9C9922}" destId="{1A7C15A9-938A-4F45-A6A7-4DD98B0286C9}" srcOrd="2" destOrd="0" parTransId="{DAEAC60E-565D-4DEB-B167-F8B090EA5BA4}" sibTransId="{97700191-DDDE-46E3-9718-01C38AEE8C5B}"/>
    <dgm:cxn modelId="{C1E61026-57FD-467F-921A-0CFAAB2E09B9}" srcId="{935B19BE-797D-4B14-A2C3-C7EB7C407BA8}" destId="{E9290803-D140-4058-B251-D3EC7C9A6608}" srcOrd="0" destOrd="0" parTransId="{603144D2-2F5F-4E86-8B89-8843688FD0B3}" sibTransId="{6A00A6D3-B46D-49BB-A382-9F9BEC371039}"/>
    <dgm:cxn modelId="{B8417841-FECF-4292-8688-31EE40292B3A}" srcId="{D83A83A6-4852-46A6-B497-A7562B9C9922}" destId="{89600A9F-CD79-4CCE-9018-BA19D3D1244C}" srcOrd="1" destOrd="0" parTransId="{EF18BBD3-20A4-412A-963C-AC82286C984B}" sibTransId="{CA342F4B-D3E8-44EE-AE26-E1EA88628C64}"/>
    <dgm:cxn modelId="{21FF984D-ED74-4C70-B3C4-80C8FA4A7DD5}" srcId="{935B19BE-797D-4B14-A2C3-C7EB7C407BA8}" destId="{1C7512C4-B6DA-4128-BD65-660C2557B5E7}" srcOrd="2" destOrd="0" parTransId="{F754D593-7074-42E4-8168-4D2F28A1A40D}" sibTransId="{419542F4-02A0-4502-ACDF-955591575ED4}"/>
    <dgm:cxn modelId="{BE529480-773C-4401-90F0-E44B491737A9}" srcId="{935B19BE-797D-4B14-A2C3-C7EB7C407BA8}" destId="{9F90FB77-C7F2-4EB4-BF39-D06B91DB6B1B}" srcOrd="1" destOrd="0" parTransId="{70E2147B-CDEE-41A5-B798-5A29AB55BD56}" sibTransId="{DC1E35ED-E10B-49BE-9C6C-58F039D8B95F}"/>
    <dgm:cxn modelId="{E5D52781-9FE5-4679-B2B0-1E7C5676A759}" type="presOf" srcId="{D83A83A6-4852-46A6-B497-A7562B9C9922}" destId="{60582EC6-1878-4BAA-806D-5AC439EA3FEB}" srcOrd="0" destOrd="0" presId="urn:microsoft.com/office/officeart/2018/2/layout/IconLabelDescriptionList"/>
    <dgm:cxn modelId="{A9828489-64D7-4630-89ED-1E5590DA48A9}" type="presOf" srcId="{E9290803-D140-4058-B251-D3EC7C9A6608}" destId="{8F115943-24E8-46C0-9416-0CC76F9E1CE5}" srcOrd="0" destOrd="0" presId="urn:microsoft.com/office/officeart/2018/2/layout/IconLabelDescriptionList"/>
    <dgm:cxn modelId="{0D27108D-F0DB-4F38-B123-5ED99D8F80F2}" type="presOf" srcId="{935B19BE-797D-4B14-A2C3-C7EB7C407BA8}" destId="{876C2EAA-E285-43CA-8025-90E6F43533C6}" srcOrd="0" destOrd="0" presId="urn:microsoft.com/office/officeart/2018/2/layout/IconLabelDescriptionList"/>
    <dgm:cxn modelId="{E11C1F91-D11B-4876-8B06-9E927C144487}" srcId="{A83AF1EB-BB0B-4212-AFE5-91C9E07F4B2F}" destId="{935B19BE-797D-4B14-A2C3-C7EB7C407BA8}" srcOrd="0" destOrd="0" parTransId="{A3B1C15F-9DB0-492F-8EED-5E3E29256BCF}" sibTransId="{46C8C1AF-10E8-4BE3-8683-98E885F6A942}"/>
    <dgm:cxn modelId="{FEA86898-A68A-4042-B49D-6DAE46E4D9BB}" type="presOf" srcId="{9F90FB77-C7F2-4EB4-BF39-D06B91DB6B1B}" destId="{8F115943-24E8-46C0-9416-0CC76F9E1CE5}" srcOrd="0" destOrd="1" presId="urn:microsoft.com/office/officeart/2018/2/layout/IconLabelDescriptionList"/>
    <dgm:cxn modelId="{BC24AC9E-B0F5-4840-8E02-45303B6AAC83}" srcId="{D83A83A6-4852-46A6-B497-A7562B9C9922}" destId="{52FAF572-1CE5-48A1-8636-51AE6645FBB0}" srcOrd="0" destOrd="0" parTransId="{AC0CC8B9-B8B3-44FB-8E1B-040B1DFB6191}" sibTransId="{B3F85C5E-5431-45BD-9D22-2057E71260B5}"/>
    <dgm:cxn modelId="{96558C9F-2F22-4E7B-AD99-48A1B0ACCD32}" type="presOf" srcId="{89600A9F-CD79-4CCE-9018-BA19D3D1244C}" destId="{7FDB87B5-31B0-4193-9BAA-BA111B525762}" srcOrd="0" destOrd="1" presId="urn:microsoft.com/office/officeart/2018/2/layout/IconLabelDescriptionList"/>
    <dgm:cxn modelId="{47F49AB8-6BC8-4B69-AFC5-5C2AB3894468}" srcId="{A83AF1EB-BB0B-4212-AFE5-91C9E07F4B2F}" destId="{D83A83A6-4852-46A6-B497-A7562B9C9922}" srcOrd="1" destOrd="0" parTransId="{B4ECEEA0-CAA9-4E67-AD33-E792A2C97D2F}" sibTransId="{1BE16ADE-76B8-4EF5-9EC8-0927A47D1F7D}"/>
    <dgm:cxn modelId="{6392F6C1-B5C2-4C70-BFFE-694D4F37F3E5}" type="presOf" srcId="{1C7512C4-B6DA-4128-BD65-660C2557B5E7}" destId="{8F115943-24E8-46C0-9416-0CC76F9E1CE5}" srcOrd="0" destOrd="2" presId="urn:microsoft.com/office/officeart/2018/2/layout/IconLabelDescriptionList"/>
    <dgm:cxn modelId="{D2B169EF-CF2B-4590-B779-AA376BE2CFA6}" type="presOf" srcId="{1A7C15A9-938A-4F45-A6A7-4DD98B0286C9}" destId="{7FDB87B5-31B0-4193-9BAA-BA111B525762}" srcOrd="0" destOrd="2" presId="urn:microsoft.com/office/officeart/2018/2/layout/IconLabelDescriptionList"/>
    <dgm:cxn modelId="{896F9BFC-B166-458E-87F3-67AA2FADF385}" type="presOf" srcId="{52FAF572-1CE5-48A1-8636-51AE6645FBB0}" destId="{7FDB87B5-31B0-4193-9BAA-BA111B525762}" srcOrd="0" destOrd="0" presId="urn:microsoft.com/office/officeart/2018/2/layout/IconLabelDescriptionList"/>
    <dgm:cxn modelId="{BA295471-CA19-4C74-9FF4-562DAA5F357C}" type="presParOf" srcId="{587CC146-9683-4C92-B888-B18F33DCE48F}" destId="{601FAFDA-8D2D-46DC-8E6E-B6CE2253A895}" srcOrd="0" destOrd="0" presId="urn:microsoft.com/office/officeart/2018/2/layout/IconLabelDescriptionList"/>
    <dgm:cxn modelId="{1E370776-6C1E-471D-A572-6E9CED4F88F0}" type="presParOf" srcId="{601FAFDA-8D2D-46DC-8E6E-B6CE2253A895}" destId="{19229AA3-F214-485A-A540-293F3F94462C}" srcOrd="0" destOrd="0" presId="urn:microsoft.com/office/officeart/2018/2/layout/IconLabelDescriptionList"/>
    <dgm:cxn modelId="{7577E4CE-5884-4C71-A32D-777025C93912}" type="presParOf" srcId="{601FAFDA-8D2D-46DC-8E6E-B6CE2253A895}" destId="{CF14ED1D-5D66-4478-A4D4-DF3CE1C0E1D7}" srcOrd="1" destOrd="0" presId="urn:microsoft.com/office/officeart/2018/2/layout/IconLabelDescriptionList"/>
    <dgm:cxn modelId="{51B29F37-2B30-4E81-97D2-00DC4CF82026}" type="presParOf" srcId="{601FAFDA-8D2D-46DC-8E6E-B6CE2253A895}" destId="{876C2EAA-E285-43CA-8025-90E6F43533C6}" srcOrd="2" destOrd="0" presId="urn:microsoft.com/office/officeart/2018/2/layout/IconLabelDescriptionList"/>
    <dgm:cxn modelId="{232C4662-06EC-49E9-B58E-1F39BCE82574}" type="presParOf" srcId="{601FAFDA-8D2D-46DC-8E6E-B6CE2253A895}" destId="{9B278A70-3CFB-4CCD-A198-55B6D93AE647}" srcOrd="3" destOrd="0" presId="urn:microsoft.com/office/officeart/2018/2/layout/IconLabelDescriptionList"/>
    <dgm:cxn modelId="{84DC1AD5-DCC0-4966-BD93-5BBF1B0E63A3}" type="presParOf" srcId="{601FAFDA-8D2D-46DC-8E6E-B6CE2253A895}" destId="{8F115943-24E8-46C0-9416-0CC76F9E1CE5}" srcOrd="4" destOrd="0" presId="urn:microsoft.com/office/officeart/2018/2/layout/IconLabelDescriptionList"/>
    <dgm:cxn modelId="{2DCC8448-F9C1-4C14-8AC4-34C127F969E5}" type="presParOf" srcId="{587CC146-9683-4C92-B888-B18F33DCE48F}" destId="{2FD50735-B5DE-4317-AC5B-1D910C8FF8C2}" srcOrd="1" destOrd="0" presId="urn:microsoft.com/office/officeart/2018/2/layout/IconLabelDescriptionList"/>
    <dgm:cxn modelId="{85E94C55-1FFA-40A0-B24A-FC4584FDE1A9}" type="presParOf" srcId="{587CC146-9683-4C92-B888-B18F33DCE48F}" destId="{056D311A-240A-49EE-B0EE-CEFC1F6384DD}" srcOrd="2" destOrd="0" presId="urn:microsoft.com/office/officeart/2018/2/layout/IconLabelDescriptionList"/>
    <dgm:cxn modelId="{5BFFFB55-CF77-4985-BB09-0E2C7D122E88}" type="presParOf" srcId="{056D311A-240A-49EE-B0EE-CEFC1F6384DD}" destId="{20D7F9F8-E31D-4C07-A2D3-5E8D41800F44}" srcOrd="0" destOrd="0" presId="urn:microsoft.com/office/officeart/2018/2/layout/IconLabelDescriptionList"/>
    <dgm:cxn modelId="{E19170C7-3170-426D-8E37-1F791B20AE43}" type="presParOf" srcId="{056D311A-240A-49EE-B0EE-CEFC1F6384DD}" destId="{35C54A6F-8586-44E6-B359-C7444D724D80}" srcOrd="1" destOrd="0" presId="urn:microsoft.com/office/officeart/2018/2/layout/IconLabelDescriptionList"/>
    <dgm:cxn modelId="{12FD00A1-91A9-4B2F-99A5-94028113C87B}" type="presParOf" srcId="{056D311A-240A-49EE-B0EE-CEFC1F6384DD}" destId="{60582EC6-1878-4BAA-806D-5AC439EA3FEB}" srcOrd="2" destOrd="0" presId="urn:microsoft.com/office/officeart/2018/2/layout/IconLabelDescriptionList"/>
    <dgm:cxn modelId="{B12D00E1-536A-4406-AC05-F2D28484BC92}" type="presParOf" srcId="{056D311A-240A-49EE-B0EE-CEFC1F6384DD}" destId="{B5FDBC47-16C7-4950-9B70-3C664992B223}" srcOrd="3" destOrd="0" presId="urn:microsoft.com/office/officeart/2018/2/layout/IconLabelDescriptionList"/>
    <dgm:cxn modelId="{6210E660-751B-4ADC-9E8B-F2AD13D791CC}" type="presParOf" srcId="{056D311A-240A-49EE-B0EE-CEFC1F6384DD}" destId="{7FDB87B5-31B0-4193-9BAA-BA111B52576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CE2686-429D-476C-ADCA-6CDB00A0FA0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ABA2BB-B205-4E55-BFE5-9A0430EB3F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/>
            <a:t>Not completed</a:t>
          </a:r>
        </a:p>
      </dgm:t>
    </dgm:pt>
    <dgm:pt modelId="{8124C88B-DEBE-4EEB-885F-DF8B8FC02EE4}" type="parTrans" cxnId="{B9B9AA47-E48F-449C-87CC-6050FF36ED96}">
      <dgm:prSet/>
      <dgm:spPr/>
      <dgm:t>
        <a:bodyPr/>
        <a:lstStyle/>
        <a:p>
          <a:endParaRPr lang="en-US"/>
        </a:p>
      </dgm:t>
    </dgm:pt>
    <dgm:pt modelId="{ABEB5AD3-A1D5-4E79-9913-4430CCD268F2}" type="sibTrans" cxnId="{B9B9AA47-E48F-449C-87CC-6050FF36ED96}">
      <dgm:prSet/>
      <dgm:spPr/>
      <dgm:t>
        <a:bodyPr/>
        <a:lstStyle/>
        <a:p>
          <a:endParaRPr lang="en-US"/>
        </a:p>
      </dgm:t>
    </dgm:pt>
    <dgm:pt modelId="{C0E5E584-49A9-4E97-A2A1-C6E7F1E11B83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Aptos Display" panose="020F0302020204030204"/>
            </a:rPr>
            <a:t>This Sprint: labeling different event types</a:t>
          </a:r>
          <a:endParaRPr lang="en-US" sz="1800"/>
        </a:p>
      </dgm:t>
    </dgm:pt>
    <dgm:pt modelId="{CE2E4270-0D83-4EFA-97FC-DD8AE3765D80}" type="parTrans" cxnId="{8BEDA5DE-6E04-43AC-B6DB-B3A9D8DBA8EA}">
      <dgm:prSet/>
      <dgm:spPr/>
      <dgm:t>
        <a:bodyPr/>
        <a:lstStyle/>
        <a:p>
          <a:endParaRPr lang="en-US"/>
        </a:p>
      </dgm:t>
    </dgm:pt>
    <dgm:pt modelId="{25BE9793-98A3-4267-9A0D-3F3D54F7CDA7}" type="sibTrans" cxnId="{8BEDA5DE-6E04-43AC-B6DB-B3A9D8DBA8EA}">
      <dgm:prSet/>
      <dgm:spPr/>
      <dgm:t>
        <a:bodyPr/>
        <a:lstStyle/>
        <a:p>
          <a:endParaRPr lang="en-US"/>
        </a:p>
      </dgm:t>
    </dgm:pt>
    <dgm:pt modelId="{A5EA0126-F9F1-4EB7-9341-121BA3CF9DF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sz="1800">
              <a:latin typeface="Aptos Display" panose="020F0302020204030204"/>
            </a:rPr>
            <a:t>Future Sprints: Complete</a:t>
          </a:r>
          <a:r>
            <a:rPr lang="en-US" sz="1800"/>
            <a:t> </a:t>
          </a:r>
          <a:r>
            <a:rPr lang="en-US" sz="1800">
              <a:latin typeface="Aptos Display" panose="020F0302020204030204"/>
            </a:rPr>
            <a:t>rapid development</a:t>
          </a:r>
          <a:r>
            <a:rPr lang="en-US" sz="1800"/>
            <a:t> visualization </a:t>
          </a:r>
          <a:r>
            <a:rPr lang="en-US" sz="1800">
              <a:latin typeface="Aptos Display" panose="020F0302020204030204"/>
            </a:rPr>
            <a:t>and advanced</a:t>
          </a:r>
          <a:r>
            <a:rPr lang="en-US" sz="1800"/>
            <a:t> data processing</a:t>
          </a:r>
        </a:p>
      </dgm:t>
    </dgm:pt>
    <dgm:pt modelId="{559F2B67-4B35-4E81-89F2-06CD6F536F3C}" type="parTrans" cxnId="{8E1F14F2-CAD8-44A0-A4A5-515CFDDA6B45}">
      <dgm:prSet/>
      <dgm:spPr/>
      <dgm:t>
        <a:bodyPr/>
        <a:lstStyle/>
        <a:p>
          <a:endParaRPr lang="en-US"/>
        </a:p>
      </dgm:t>
    </dgm:pt>
    <dgm:pt modelId="{6D474452-4850-41F5-AF8A-7611E5B2EE51}" type="sibTrans" cxnId="{8E1F14F2-CAD8-44A0-A4A5-515CFDDA6B45}">
      <dgm:prSet/>
      <dgm:spPr/>
      <dgm:t>
        <a:bodyPr/>
        <a:lstStyle/>
        <a:p>
          <a:endParaRPr lang="en-US"/>
        </a:p>
      </dgm:t>
    </dgm:pt>
    <dgm:pt modelId="{4647373D-2F7F-4A03-963B-CE72B1A2ED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/>
            <a:t>Lessons Learned</a:t>
          </a:r>
        </a:p>
      </dgm:t>
    </dgm:pt>
    <dgm:pt modelId="{E342EA7C-82B7-4B7B-A8CC-058C3085555D}" type="parTrans" cxnId="{85BF4101-2B49-4FFC-8B3F-FA9E48571617}">
      <dgm:prSet/>
      <dgm:spPr/>
      <dgm:t>
        <a:bodyPr/>
        <a:lstStyle/>
        <a:p>
          <a:endParaRPr lang="en-US"/>
        </a:p>
      </dgm:t>
    </dgm:pt>
    <dgm:pt modelId="{1DC816EE-4976-47BB-9159-112B877EC33B}" type="sibTrans" cxnId="{85BF4101-2B49-4FFC-8B3F-FA9E48571617}">
      <dgm:prSet/>
      <dgm:spPr/>
      <dgm:t>
        <a:bodyPr/>
        <a:lstStyle/>
        <a:p>
          <a:endParaRPr lang="en-US"/>
        </a:p>
      </dgm:t>
    </dgm:pt>
    <dgm:pt modelId="{1A2978F5-A3B0-475D-A3CA-20D07C2BC7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.set file structure</a:t>
          </a:r>
        </a:p>
      </dgm:t>
    </dgm:pt>
    <dgm:pt modelId="{CE2B9EAF-DC0D-408E-90C7-41737B2025FD}" type="parTrans" cxnId="{2ED1E075-F40B-4653-AEBD-6BE7F3B6F80D}">
      <dgm:prSet/>
      <dgm:spPr/>
      <dgm:t>
        <a:bodyPr/>
        <a:lstStyle/>
        <a:p>
          <a:endParaRPr lang="en-US"/>
        </a:p>
      </dgm:t>
    </dgm:pt>
    <dgm:pt modelId="{A420F2E0-7B0F-42C3-8EAC-A0D0F255CB44}" type="sibTrans" cxnId="{2ED1E075-F40B-4653-AEBD-6BE7F3B6F80D}">
      <dgm:prSet/>
      <dgm:spPr/>
      <dgm:t>
        <a:bodyPr/>
        <a:lstStyle/>
        <a:p>
          <a:endParaRPr lang="en-US"/>
        </a:p>
      </dgm:t>
    </dgm:pt>
    <dgm:pt modelId="{E0D266E4-7631-499C-838A-D5696861E6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MNE </a:t>
          </a:r>
          <a:r>
            <a:rPr lang="en-US" sz="1800">
              <a:latin typeface="Aptos Display" panose="020F0302020204030204"/>
            </a:rPr>
            <a:t>functionality</a:t>
          </a:r>
          <a:endParaRPr lang="en-US" sz="1800"/>
        </a:p>
      </dgm:t>
    </dgm:pt>
    <dgm:pt modelId="{CEF6EB3C-AB0D-405D-A3CC-8D83FDCC7325}" type="parTrans" cxnId="{053E16ED-BFBC-4CE7-BBF7-ADAFFA605159}">
      <dgm:prSet/>
      <dgm:spPr/>
      <dgm:t>
        <a:bodyPr/>
        <a:lstStyle/>
        <a:p>
          <a:endParaRPr lang="en-US"/>
        </a:p>
      </dgm:t>
    </dgm:pt>
    <dgm:pt modelId="{48C3D3FA-7626-4469-921B-AB51104ACDC3}" type="sibTrans" cxnId="{053E16ED-BFBC-4CE7-BBF7-ADAFFA605159}">
      <dgm:prSet/>
      <dgm:spPr/>
      <dgm:t>
        <a:bodyPr/>
        <a:lstStyle/>
        <a:p>
          <a:endParaRPr lang="en-US"/>
        </a:p>
      </dgm:t>
    </dgm:pt>
    <dgm:pt modelId="{4393DA0A-339D-4263-92E2-C62E904221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Pyqt5</a:t>
          </a:r>
          <a:r>
            <a:rPr lang="en-US" sz="1800">
              <a:latin typeface="Aptos Display" panose="020F0302020204030204"/>
            </a:rPr>
            <a:t> GUI</a:t>
          </a:r>
          <a:r>
            <a:rPr lang="en-US" sz="1800"/>
            <a:t> library</a:t>
          </a:r>
        </a:p>
      </dgm:t>
    </dgm:pt>
    <dgm:pt modelId="{0FC98E7D-CB5F-4E77-8A53-23F8AC8B6B11}" type="parTrans" cxnId="{40C59430-31DF-4BF0-B993-D46CED3FE651}">
      <dgm:prSet/>
      <dgm:spPr/>
      <dgm:t>
        <a:bodyPr/>
        <a:lstStyle/>
        <a:p>
          <a:endParaRPr lang="en-US"/>
        </a:p>
      </dgm:t>
    </dgm:pt>
    <dgm:pt modelId="{325EC02A-CC7D-475F-80BC-2C281EC26E04}" type="sibTrans" cxnId="{40C59430-31DF-4BF0-B993-D46CED3FE651}">
      <dgm:prSet/>
      <dgm:spPr/>
      <dgm:t>
        <a:bodyPr/>
        <a:lstStyle/>
        <a:p>
          <a:endParaRPr lang="en-US"/>
        </a:p>
      </dgm:t>
    </dgm:pt>
    <dgm:pt modelId="{4545C950-E33D-4294-8DAD-2F0AC25F91A3}" type="pres">
      <dgm:prSet presAssocID="{46CE2686-429D-476C-ADCA-6CDB00A0FA05}" presName="root" presStyleCnt="0">
        <dgm:presLayoutVars>
          <dgm:dir/>
          <dgm:resizeHandles val="exact"/>
        </dgm:presLayoutVars>
      </dgm:prSet>
      <dgm:spPr/>
    </dgm:pt>
    <dgm:pt modelId="{08AB3316-3B03-4C4B-AECC-830CF69FA8C2}" type="pres">
      <dgm:prSet presAssocID="{FAABA2BB-B205-4E55-BFE5-9A0430EB3F3D}" presName="compNode" presStyleCnt="0"/>
      <dgm:spPr/>
    </dgm:pt>
    <dgm:pt modelId="{111C20A7-DEA1-4055-B48A-DC89BB16A47F}" type="pres">
      <dgm:prSet presAssocID="{FAABA2BB-B205-4E55-BFE5-9A0430EB3F3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A13D211-01A7-40D0-9A60-E9465CE0DC7C}" type="pres">
      <dgm:prSet presAssocID="{FAABA2BB-B205-4E55-BFE5-9A0430EB3F3D}" presName="iconSpace" presStyleCnt="0"/>
      <dgm:spPr/>
    </dgm:pt>
    <dgm:pt modelId="{AC4E1309-5B31-49B5-9AE1-1AF3A5652BC9}" type="pres">
      <dgm:prSet presAssocID="{FAABA2BB-B205-4E55-BFE5-9A0430EB3F3D}" presName="parTx" presStyleLbl="revTx" presStyleIdx="0" presStyleCnt="4">
        <dgm:presLayoutVars>
          <dgm:chMax val="0"/>
          <dgm:chPref val="0"/>
        </dgm:presLayoutVars>
      </dgm:prSet>
      <dgm:spPr/>
    </dgm:pt>
    <dgm:pt modelId="{371510FD-5B43-4012-9E50-376F261F3141}" type="pres">
      <dgm:prSet presAssocID="{FAABA2BB-B205-4E55-BFE5-9A0430EB3F3D}" presName="txSpace" presStyleCnt="0"/>
      <dgm:spPr/>
    </dgm:pt>
    <dgm:pt modelId="{769B08AF-27E8-4CDA-82C1-9F672499864F}" type="pres">
      <dgm:prSet presAssocID="{FAABA2BB-B205-4E55-BFE5-9A0430EB3F3D}" presName="desTx" presStyleLbl="revTx" presStyleIdx="1" presStyleCnt="4">
        <dgm:presLayoutVars/>
      </dgm:prSet>
      <dgm:spPr/>
    </dgm:pt>
    <dgm:pt modelId="{C86C71F6-A014-43E1-9463-ACB7CCC60D01}" type="pres">
      <dgm:prSet presAssocID="{ABEB5AD3-A1D5-4E79-9913-4430CCD268F2}" presName="sibTrans" presStyleCnt="0"/>
      <dgm:spPr/>
    </dgm:pt>
    <dgm:pt modelId="{193ABAE0-8F52-498F-915F-2741DED9EDE7}" type="pres">
      <dgm:prSet presAssocID="{4647373D-2F7F-4A03-963B-CE72B1A2EDBC}" presName="compNode" presStyleCnt="0"/>
      <dgm:spPr/>
    </dgm:pt>
    <dgm:pt modelId="{99A26D51-5143-4FC6-A8C5-8B8E2B53F093}" type="pres">
      <dgm:prSet presAssocID="{4647373D-2F7F-4A03-963B-CE72B1A2EDB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53F6691-4C32-4E31-87DF-3B4C54999068}" type="pres">
      <dgm:prSet presAssocID="{4647373D-2F7F-4A03-963B-CE72B1A2EDBC}" presName="iconSpace" presStyleCnt="0"/>
      <dgm:spPr/>
    </dgm:pt>
    <dgm:pt modelId="{C2778418-97E4-4959-A434-7CB5D6947474}" type="pres">
      <dgm:prSet presAssocID="{4647373D-2F7F-4A03-963B-CE72B1A2EDBC}" presName="parTx" presStyleLbl="revTx" presStyleIdx="2" presStyleCnt="4">
        <dgm:presLayoutVars>
          <dgm:chMax val="0"/>
          <dgm:chPref val="0"/>
        </dgm:presLayoutVars>
      </dgm:prSet>
      <dgm:spPr/>
    </dgm:pt>
    <dgm:pt modelId="{920F2F82-8C4C-46EC-81F4-0444AC7EE496}" type="pres">
      <dgm:prSet presAssocID="{4647373D-2F7F-4A03-963B-CE72B1A2EDBC}" presName="txSpace" presStyleCnt="0"/>
      <dgm:spPr/>
    </dgm:pt>
    <dgm:pt modelId="{904B280F-F292-4C4D-969C-EA12AF5B73E1}" type="pres">
      <dgm:prSet presAssocID="{4647373D-2F7F-4A03-963B-CE72B1A2EDBC}" presName="desTx" presStyleLbl="revTx" presStyleIdx="3" presStyleCnt="4">
        <dgm:presLayoutVars/>
      </dgm:prSet>
      <dgm:spPr/>
    </dgm:pt>
  </dgm:ptLst>
  <dgm:cxnLst>
    <dgm:cxn modelId="{85BF4101-2B49-4FFC-8B3F-FA9E48571617}" srcId="{46CE2686-429D-476C-ADCA-6CDB00A0FA05}" destId="{4647373D-2F7F-4A03-963B-CE72B1A2EDBC}" srcOrd="1" destOrd="0" parTransId="{E342EA7C-82B7-4B7B-A8CC-058C3085555D}" sibTransId="{1DC816EE-4976-47BB-9159-112B877EC33B}"/>
    <dgm:cxn modelId="{736FBE2D-294C-4D55-B38F-0AF87B96984A}" type="presOf" srcId="{A5EA0126-F9F1-4EB7-9341-121BA3CF9DF2}" destId="{769B08AF-27E8-4CDA-82C1-9F672499864F}" srcOrd="0" destOrd="1" presId="urn:microsoft.com/office/officeart/2018/2/layout/IconLabelDescriptionList"/>
    <dgm:cxn modelId="{40C59430-31DF-4BF0-B993-D46CED3FE651}" srcId="{4647373D-2F7F-4A03-963B-CE72B1A2EDBC}" destId="{4393DA0A-339D-4263-92E2-C62E904221E7}" srcOrd="2" destOrd="0" parTransId="{0FC98E7D-CB5F-4E77-8A53-23F8AC8B6B11}" sibTransId="{325EC02A-CC7D-475F-80BC-2C281EC26E04}"/>
    <dgm:cxn modelId="{1165D45C-540A-466C-A23E-DE212F1A27C6}" type="presOf" srcId="{4393DA0A-339D-4263-92E2-C62E904221E7}" destId="{904B280F-F292-4C4D-969C-EA12AF5B73E1}" srcOrd="0" destOrd="2" presId="urn:microsoft.com/office/officeart/2018/2/layout/IconLabelDescriptionList"/>
    <dgm:cxn modelId="{B9B9AA47-E48F-449C-87CC-6050FF36ED96}" srcId="{46CE2686-429D-476C-ADCA-6CDB00A0FA05}" destId="{FAABA2BB-B205-4E55-BFE5-9A0430EB3F3D}" srcOrd="0" destOrd="0" parTransId="{8124C88B-DEBE-4EEB-885F-DF8B8FC02EE4}" sibTransId="{ABEB5AD3-A1D5-4E79-9913-4430CCD268F2}"/>
    <dgm:cxn modelId="{2ED1E075-F40B-4653-AEBD-6BE7F3B6F80D}" srcId="{4647373D-2F7F-4A03-963B-CE72B1A2EDBC}" destId="{1A2978F5-A3B0-475D-A3CA-20D07C2BC7F4}" srcOrd="0" destOrd="0" parTransId="{CE2B9EAF-DC0D-408E-90C7-41737B2025FD}" sibTransId="{A420F2E0-7B0F-42C3-8EAC-A0D0F255CB44}"/>
    <dgm:cxn modelId="{2B91C457-EB4D-4AE9-95E8-E322193D08DF}" type="presOf" srcId="{46CE2686-429D-476C-ADCA-6CDB00A0FA05}" destId="{4545C950-E33D-4294-8DAD-2F0AC25F91A3}" srcOrd="0" destOrd="0" presId="urn:microsoft.com/office/officeart/2018/2/layout/IconLabelDescriptionList"/>
    <dgm:cxn modelId="{F8B70C58-CF7F-47A2-8E84-4702398ADDBA}" type="presOf" srcId="{E0D266E4-7631-499C-838A-D5696861E66A}" destId="{904B280F-F292-4C4D-969C-EA12AF5B73E1}" srcOrd="0" destOrd="1" presId="urn:microsoft.com/office/officeart/2018/2/layout/IconLabelDescriptionList"/>
    <dgm:cxn modelId="{0F27BF84-4DC3-46CA-BADC-9B0EF33B1A56}" type="presOf" srcId="{1A2978F5-A3B0-475D-A3CA-20D07C2BC7F4}" destId="{904B280F-F292-4C4D-969C-EA12AF5B73E1}" srcOrd="0" destOrd="0" presId="urn:microsoft.com/office/officeart/2018/2/layout/IconLabelDescriptionList"/>
    <dgm:cxn modelId="{B2A07ED0-AFA1-4382-9AA4-9696F97EEE1D}" type="presOf" srcId="{FAABA2BB-B205-4E55-BFE5-9A0430EB3F3D}" destId="{AC4E1309-5B31-49B5-9AE1-1AF3A5652BC9}" srcOrd="0" destOrd="0" presId="urn:microsoft.com/office/officeart/2018/2/layout/IconLabelDescriptionList"/>
    <dgm:cxn modelId="{8BEDA5DE-6E04-43AC-B6DB-B3A9D8DBA8EA}" srcId="{FAABA2BB-B205-4E55-BFE5-9A0430EB3F3D}" destId="{C0E5E584-49A9-4E97-A2A1-C6E7F1E11B83}" srcOrd="0" destOrd="0" parTransId="{CE2E4270-0D83-4EFA-97FC-DD8AE3765D80}" sibTransId="{25BE9793-98A3-4267-9A0D-3F3D54F7CDA7}"/>
    <dgm:cxn modelId="{341B89E4-6765-4077-A096-DE6952A44EF6}" type="presOf" srcId="{4647373D-2F7F-4A03-963B-CE72B1A2EDBC}" destId="{C2778418-97E4-4959-A434-7CB5D6947474}" srcOrd="0" destOrd="0" presId="urn:microsoft.com/office/officeart/2018/2/layout/IconLabelDescriptionList"/>
    <dgm:cxn modelId="{053E16ED-BFBC-4CE7-BBF7-ADAFFA605159}" srcId="{4647373D-2F7F-4A03-963B-CE72B1A2EDBC}" destId="{E0D266E4-7631-499C-838A-D5696861E66A}" srcOrd="1" destOrd="0" parTransId="{CEF6EB3C-AB0D-405D-A3CC-8D83FDCC7325}" sibTransId="{48C3D3FA-7626-4469-921B-AB51104ACDC3}"/>
    <dgm:cxn modelId="{8E1F14F2-CAD8-44A0-A4A5-515CFDDA6B45}" srcId="{FAABA2BB-B205-4E55-BFE5-9A0430EB3F3D}" destId="{A5EA0126-F9F1-4EB7-9341-121BA3CF9DF2}" srcOrd="1" destOrd="0" parTransId="{559F2B67-4B35-4E81-89F2-06CD6F536F3C}" sibTransId="{6D474452-4850-41F5-AF8A-7611E5B2EE51}"/>
    <dgm:cxn modelId="{418349F8-E161-4433-9347-915E7E3DF3EE}" type="presOf" srcId="{C0E5E584-49A9-4E97-A2A1-C6E7F1E11B83}" destId="{769B08AF-27E8-4CDA-82C1-9F672499864F}" srcOrd="0" destOrd="0" presId="urn:microsoft.com/office/officeart/2018/2/layout/IconLabelDescriptionList"/>
    <dgm:cxn modelId="{A4DEF126-26F1-4B05-9F9D-EF854B265951}" type="presParOf" srcId="{4545C950-E33D-4294-8DAD-2F0AC25F91A3}" destId="{08AB3316-3B03-4C4B-AECC-830CF69FA8C2}" srcOrd="0" destOrd="0" presId="urn:microsoft.com/office/officeart/2018/2/layout/IconLabelDescriptionList"/>
    <dgm:cxn modelId="{C1B380C0-D8C2-4FCE-9FA7-7D4D220CB58B}" type="presParOf" srcId="{08AB3316-3B03-4C4B-AECC-830CF69FA8C2}" destId="{111C20A7-DEA1-4055-B48A-DC89BB16A47F}" srcOrd="0" destOrd="0" presId="urn:microsoft.com/office/officeart/2018/2/layout/IconLabelDescriptionList"/>
    <dgm:cxn modelId="{7A9709C9-105B-4C44-98B1-15DFCC46514B}" type="presParOf" srcId="{08AB3316-3B03-4C4B-AECC-830CF69FA8C2}" destId="{BA13D211-01A7-40D0-9A60-E9465CE0DC7C}" srcOrd="1" destOrd="0" presId="urn:microsoft.com/office/officeart/2018/2/layout/IconLabelDescriptionList"/>
    <dgm:cxn modelId="{80B79BDD-B3FC-4F77-8B74-407C6EBA65B7}" type="presParOf" srcId="{08AB3316-3B03-4C4B-AECC-830CF69FA8C2}" destId="{AC4E1309-5B31-49B5-9AE1-1AF3A5652BC9}" srcOrd="2" destOrd="0" presId="urn:microsoft.com/office/officeart/2018/2/layout/IconLabelDescriptionList"/>
    <dgm:cxn modelId="{C0E22E18-FF24-463B-8FBE-A724BD25AAD5}" type="presParOf" srcId="{08AB3316-3B03-4C4B-AECC-830CF69FA8C2}" destId="{371510FD-5B43-4012-9E50-376F261F3141}" srcOrd="3" destOrd="0" presId="urn:microsoft.com/office/officeart/2018/2/layout/IconLabelDescriptionList"/>
    <dgm:cxn modelId="{66715586-3E60-4A30-A6E4-CDA53C903BE7}" type="presParOf" srcId="{08AB3316-3B03-4C4B-AECC-830CF69FA8C2}" destId="{769B08AF-27E8-4CDA-82C1-9F672499864F}" srcOrd="4" destOrd="0" presId="urn:microsoft.com/office/officeart/2018/2/layout/IconLabelDescriptionList"/>
    <dgm:cxn modelId="{D7A9933F-E235-4C70-91D8-7C1B52405889}" type="presParOf" srcId="{4545C950-E33D-4294-8DAD-2F0AC25F91A3}" destId="{C86C71F6-A014-43E1-9463-ACB7CCC60D01}" srcOrd="1" destOrd="0" presId="urn:microsoft.com/office/officeart/2018/2/layout/IconLabelDescriptionList"/>
    <dgm:cxn modelId="{1F19DAF1-5BE2-4DA9-B03B-7A436954C3B6}" type="presParOf" srcId="{4545C950-E33D-4294-8DAD-2F0AC25F91A3}" destId="{193ABAE0-8F52-498F-915F-2741DED9EDE7}" srcOrd="2" destOrd="0" presId="urn:microsoft.com/office/officeart/2018/2/layout/IconLabelDescriptionList"/>
    <dgm:cxn modelId="{B00E2CFD-244B-42E9-BFDB-3F7CD8D18939}" type="presParOf" srcId="{193ABAE0-8F52-498F-915F-2741DED9EDE7}" destId="{99A26D51-5143-4FC6-A8C5-8B8E2B53F093}" srcOrd="0" destOrd="0" presId="urn:microsoft.com/office/officeart/2018/2/layout/IconLabelDescriptionList"/>
    <dgm:cxn modelId="{C79892A3-EFF9-4600-A0CF-BCC4E6A1EFA3}" type="presParOf" srcId="{193ABAE0-8F52-498F-915F-2741DED9EDE7}" destId="{953F6691-4C32-4E31-87DF-3B4C54999068}" srcOrd="1" destOrd="0" presId="urn:microsoft.com/office/officeart/2018/2/layout/IconLabelDescriptionList"/>
    <dgm:cxn modelId="{04D6D823-2872-4FDA-B30A-430A290C8D82}" type="presParOf" srcId="{193ABAE0-8F52-498F-915F-2741DED9EDE7}" destId="{C2778418-97E4-4959-A434-7CB5D6947474}" srcOrd="2" destOrd="0" presId="urn:microsoft.com/office/officeart/2018/2/layout/IconLabelDescriptionList"/>
    <dgm:cxn modelId="{CEC77B02-C2AB-470C-AB49-A10AA69FD343}" type="presParOf" srcId="{193ABAE0-8F52-498F-915F-2741DED9EDE7}" destId="{920F2F82-8C4C-46EC-81F4-0444AC7EE496}" srcOrd="3" destOrd="0" presId="urn:microsoft.com/office/officeart/2018/2/layout/IconLabelDescriptionList"/>
    <dgm:cxn modelId="{9ECF7415-C721-44CA-B651-575B0E30C303}" type="presParOf" srcId="{193ABAE0-8F52-498F-915F-2741DED9EDE7}" destId="{904B280F-F292-4C4D-969C-EA12AF5B73E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4C9C41-4ECC-4BAC-BDF7-9C6C36A0068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B59381D-D5D4-45DD-9E22-948557BEF8EE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b="1">
              <a:latin typeface="Aptos"/>
              <a:ea typeface="+mn-ea"/>
              <a:cs typeface="+mn-cs"/>
            </a:rPr>
            <a:t>Sophia:</a:t>
          </a:r>
          <a:r>
            <a:rPr lang="en-US">
              <a:latin typeface="Aptos"/>
              <a:ea typeface="+mn-ea"/>
              <a:cs typeface="+mn-cs"/>
            </a:rPr>
            <a:t> fixed Windows compatibility issues, split </a:t>
          </a:r>
          <a:r>
            <a:rPr lang="en-US">
              <a:latin typeface="Aptos Display" panose="020F0302020204030204"/>
              <a:ea typeface="+mn-ea"/>
              <a:cs typeface="+mn-cs"/>
            </a:rPr>
            <a:t>code</a:t>
          </a:r>
          <a:r>
            <a:rPr lang="en-US">
              <a:latin typeface="Aptos"/>
              <a:ea typeface="+mn-ea"/>
              <a:cs typeface="+mn-cs"/>
            </a:rPr>
            <a:t> into files that worked with the GUI, communicated with sponsor, organized sprint and product backlogs</a:t>
          </a:r>
        </a:p>
      </dgm:t>
    </dgm:pt>
    <dgm:pt modelId="{BF22FC1E-13E9-429D-89F6-CC367DAA8EC8}" type="parTrans" cxnId="{262D36FD-081F-4B56-B0A0-0BD5F22342D1}">
      <dgm:prSet/>
      <dgm:spPr/>
      <dgm:t>
        <a:bodyPr/>
        <a:lstStyle/>
        <a:p>
          <a:endParaRPr lang="en-US"/>
        </a:p>
      </dgm:t>
    </dgm:pt>
    <dgm:pt modelId="{0ECCC7C5-7E8D-46AE-989D-A062AB554B2B}" type="sibTrans" cxnId="{262D36FD-081F-4B56-B0A0-0BD5F22342D1}">
      <dgm:prSet/>
      <dgm:spPr/>
      <dgm:t>
        <a:bodyPr/>
        <a:lstStyle/>
        <a:p>
          <a:endParaRPr lang="en-US"/>
        </a:p>
      </dgm:t>
    </dgm:pt>
    <dgm:pt modelId="{0A7B7886-91EF-46D9-A4CC-A646BFA15CC4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b="1">
              <a:latin typeface="Aptos Display" panose="020F0302020204030204"/>
              <a:ea typeface="+mn-ea"/>
              <a:cs typeface="+mn-cs"/>
            </a:rPr>
            <a:t>Alexander</a:t>
          </a:r>
          <a:r>
            <a:rPr lang="en-US" b="1">
              <a:latin typeface="Aptos" panose="020B0004020202020204"/>
              <a:ea typeface="+mn-ea"/>
              <a:cs typeface="+mn-cs"/>
            </a:rPr>
            <a:t>: </a:t>
          </a:r>
          <a:r>
            <a:rPr lang="en-US">
              <a:latin typeface="Aptos" panose="020B0004020202020204"/>
              <a:ea typeface="+mn-ea"/>
              <a:cs typeface="+mn-cs"/>
            </a:rPr>
            <a:t>extended event window functionality to joint maps, fixed when </a:t>
          </a:r>
          <a:r>
            <a:rPr lang="en-US">
              <a:latin typeface="Aptos Display" panose="020F0302020204030204"/>
              <a:ea typeface="+mn-ea"/>
              <a:cs typeface="+mn-cs"/>
            </a:rPr>
            <a:t>to display</a:t>
          </a:r>
          <a:r>
            <a:rPr lang="en-US">
              <a:latin typeface="Aptos" panose="020B0004020202020204"/>
              <a:ea typeface="+mn-ea"/>
              <a:cs typeface="+mn-cs"/>
            </a:rPr>
            <a:t> event box and sensor dropdowns, debugged epoch selection, organized </a:t>
          </a:r>
          <a:r>
            <a:rPr lang="en-US">
              <a:latin typeface="Aptos Display" panose="020F0302020204030204"/>
              <a:ea typeface="+mn-ea"/>
              <a:cs typeface="+mn-cs"/>
            </a:rPr>
            <a:t>planning</a:t>
          </a:r>
          <a:r>
            <a:rPr lang="en-US">
              <a:latin typeface="Aptos" panose="020B0004020202020204"/>
              <a:ea typeface="+mn-ea"/>
              <a:cs typeface="+mn-cs"/>
            </a:rPr>
            <a:t> doc and presentation</a:t>
          </a:r>
        </a:p>
      </dgm:t>
    </dgm:pt>
    <dgm:pt modelId="{5C5AD729-419E-4E99-A46B-7125EE1D5089}" type="parTrans" cxnId="{56748ED2-A95A-4103-9671-6A1496BDCFE2}">
      <dgm:prSet/>
      <dgm:spPr/>
      <dgm:t>
        <a:bodyPr/>
        <a:lstStyle/>
        <a:p>
          <a:endParaRPr lang="en-US"/>
        </a:p>
      </dgm:t>
    </dgm:pt>
    <dgm:pt modelId="{B50DDB91-A3D3-484B-8DA5-27AADEE1DF4A}" type="sibTrans" cxnId="{56748ED2-A95A-4103-9671-6A1496BDCFE2}">
      <dgm:prSet/>
      <dgm:spPr/>
      <dgm:t>
        <a:bodyPr/>
        <a:lstStyle/>
        <a:p>
          <a:endParaRPr lang="en-US"/>
        </a:p>
      </dgm:t>
    </dgm:pt>
    <dgm:pt modelId="{ADD19B42-9AB5-4809-AC80-AEECE9B0A0DD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b="1">
              <a:latin typeface="Aptos" panose="020B0004020202020204"/>
              <a:ea typeface="+mn-ea"/>
              <a:cs typeface="+mn-cs"/>
            </a:rPr>
            <a:t>Brody:</a:t>
          </a:r>
          <a:r>
            <a:rPr lang="en-US">
              <a:latin typeface="Aptos" panose="020B0004020202020204"/>
              <a:ea typeface="+mn-ea"/>
              <a:cs typeface="+mn-cs"/>
            </a:rPr>
            <a:t> Worked on the development environment, the initial GUI implementation, a restructure of the repo, and split the GUI into multiple files for better modularity</a:t>
          </a:r>
        </a:p>
      </dgm:t>
    </dgm:pt>
    <dgm:pt modelId="{A4F20864-E02F-4ECB-BF06-3B1F7B18F8A6}" type="parTrans" cxnId="{DFFC41D9-1840-42DA-BF2A-480DDD34082B}">
      <dgm:prSet/>
      <dgm:spPr/>
      <dgm:t>
        <a:bodyPr/>
        <a:lstStyle/>
        <a:p>
          <a:endParaRPr lang="en-US"/>
        </a:p>
      </dgm:t>
    </dgm:pt>
    <dgm:pt modelId="{84B7A0FA-B98E-4262-8DB1-C175C0127A19}" type="sibTrans" cxnId="{DFFC41D9-1840-42DA-BF2A-480DDD34082B}">
      <dgm:prSet/>
      <dgm:spPr/>
      <dgm:t>
        <a:bodyPr/>
        <a:lstStyle/>
        <a:p>
          <a:endParaRPr lang="en-US"/>
        </a:p>
      </dgm:t>
    </dgm:pt>
    <dgm:pt modelId="{D8F69A5B-0789-4A70-BE12-E6ECB623E146}" type="pres">
      <dgm:prSet presAssocID="{E34C9C41-4ECC-4BAC-BDF7-9C6C36A006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ECF86D-1146-4EFE-9CD0-F687C7E2CE8F}" type="pres">
      <dgm:prSet presAssocID="{0B59381D-D5D4-45DD-9E22-948557BEF8EE}" presName="hierRoot1" presStyleCnt="0"/>
      <dgm:spPr/>
    </dgm:pt>
    <dgm:pt modelId="{D4F674B8-8ED2-4341-BFC9-DF65C8BA614F}" type="pres">
      <dgm:prSet presAssocID="{0B59381D-D5D4-45DD-9E22-948557BEF8EE}" presName="composite" presStyleCnt="0"/>
      <dgm:spPr/>
    </dgm:pt>
    <dgm:pt modelId="{2C87DBB9-4AD5-497B-85AD-226753791BC3}" type="pres">
      <dgm:prSet presAssocID="{0B59381D-D5D4-45DD-9E22-948557BEF8EE}" presName="background" presStyleLbl="node0" presStyleIdx="0" presStyleCnt="3"/>
      <dgm:spPr/>
    </dgm:pt>
    <dgm:pt modelId="{488709B8-CE6D-4B28-8E22-D280153137C5}" type="pres">
      <dgm:prSet presAssocID="{0B59381D-D5D4-45DD-9E22-948557BEF8EE}" presName="text" presStyleLbl="fgAcc0" presStyleIdx="0" presStyleCnt="3">
        <dgm:presLayoutVars>
          <dgm:chPref val="3"/>
        </dgm:presLayoutVars>
      </dgm:prSet>
      <dgm:spPr/>
    </dgm:pt>
    <dgm:pt modelId="{AC4F725C-765D-4F12-8EFB-4957DE07325D}" type="pres">
      <dgm:prSet presAssocID="{0B59381D-D5D4-45DD-9E22-948557BEF8EE}" presName="hierChild2" presStyleCnt="0"/>
      <dgm:spPr/>
    </dgm:pt>
    <dgm:pt modelId="{5E936DF5-4CC1-4422-8ADC-E1C1B92C6C02}" type="pres">
      <dgm:prSet presAssocID="{0A7B7886-91EF-46D9-A4CC-A646BFA15CC4}" presName="hierRoot1" presStyleCnt="0"/>
      <dgm:spPr/>
    </dgm:pt>
    <dgm:pt modelId="{97212876-02B0-4013-A889-52AE4DCD50E5}" type="pres">
      <dgm:prSet presAssocID="{0A7B7886-91EF-46D9-A4CC-A646BFA15CC4}" presName="composite" presStyleCnt="0"/>
      <dgm:spPr/>
    </dgm:pt>
    <dgm:pt modelId="{1D1CBFBB-6F5A-408E-B4E2-33D61152286C}" type="pres">
      <dgm:prSet presAssocID="{0A7B7886-91EF-46D9-A4CC-A646BFA15CC4}" presName="background" presStyleLbl="node0" presStyleIdx="1" presStyleCnt="3"/>
      <dgm:spPr/>
    </dgm:pt>
    <dgm:pt modelId="{8A2EAB1E-3EBF-41CC-B666-C68327CF5F51}" type="pres">
      <dgm:prSet presAssocID="{0A7B7886-91EF-46D9-A4CC-A646BFA15CC4}" presName="text" presStyleLbl="fgAcc0" presStyleIdx="1" presStyleCnt="3">
        <dgm:presLayoutVars>
          <dgm:chPref val="3"/>
        </dgm:presLayoutVars>
      </dgm:prSet>
      <dgm:spPr/>
    </dgm:pt>
    <dgm:pt modelId="{627E1AB2-5158-4062-9F2F-41F68DF0DAA3}" type="pres">
      <dgm:prSet presAssocID="{0A7B7886-91EF-46D9-A4CC-A646BFA15CC4}" presName="hierChild2" presStyleCnt="0"/>
      <dgm:spPr/>
    </dgm:pt>
    <dgm:pt modelId="{8436EB23-2F94-4E81-83A4-6308B47A205F}" type="pres">
      <dgm:prSet presAssocID="{ADD19B42-9AB5-4809-AC80-AEECE9B0A0DD}" presName="hierRoot1" presStyleCnt="0"/>
      <dgm:spPr/>
    </dgm:pt>
    <dgm:pt modelId="{0BBCAA5D-8178-46A8-9FBD-E7D56CD756FD}" type="pres">
      <dgm:prSet presAssocID="{ADD19B42-9AB5-4809-AC80-AEECE9B0A0DD}" presName="composite" presStyleCnt="0"/>
      <dgm:spPr/>
    </dgm:pt>
    <dgm:pt modelId="{B70CB33C-A58D-41AA-804B-F2348880661C}" type="pres">
      <dgm:prSet presAssocID="{ADD19B42-9AB5-4809-AC80-AEECE9B0A0DD}" presName="background" presStyleLbl="node0" presStyleIdx="2" presStyleCnt="3"/>
      <dgm:spPr/>
    </dgm:pt>
    <dgm:pt modelId="{50148201-32D2-4D36-9553-860079FAFA2A}" type="pres">
      <dgm:prSet presAssocID="{ADD19B42-9AB5-4809-AC80-AEECE9B0A0DD}" presName="text" presStyleLbl="fgAcc0" presStyleIdx="2" presStyleCnt="3">
        <dgm:presLayoutVars>
          <dgm:chPref val="3"/>
        </dgm:presLayoutVars>
      </dgm:prSet>
      <dgm:spPr/>
    </dgm:pt>
    <dgm:pt modelId="{CAADC9E9-6A58-4E60-A830-F4258E8E1319}" type="pres">
      <dgm:prSet presAssocID="{ADD19B42-9AB5-4809-AC80-AEECE9B0A0DD}" presName="hierChild2" presStyleCnt="0"/>
      <dgm:spPr/>
    </dgm:pt>
  </dgm:ptLst>
  <dgm:cxnLst>
    <dgm:cxn modelId="{CB4B2114-9252-409B-962A-C8431E3201DA}" type="presOf" srcId="{E34C9C41-4ECC-4BAC-BDF7-9C6C36A00684}" destId="{D8F69A5B-0789-4A70-BE12-E6ECB623E146}" srcOrd="0" destOrd="0" presId="urn:microsoft.com/office/officeart/2005/8/layout/hierarchy1"/>
    <dgm:cxn modelId="{4BD51A94-08CF-4D93-93EE-6836DAF0C6D3}" type="presOf" srcId="{0A7B7886-91EF-46D9-A4CC-A646BFA15CC4}" destId="{8A2EAB1E-3EBF-41CC-B666-C68327CF5F51}" srcOrd="0" destOrd="0" presId="urn:microsoft.com/office/officeart/2005/8/layout/hierarchy1"/>
    <dgm:cxn modelId="{56748ED2-A95A-4103-9671-6A1496BDCFE2}" srcId="{E34C9C41-4ECC-4BAC-BDF7-9C6C36A00684}" destId="{0A7B7886-91EF-46D9-A4CC-A646BFA15CC4}" srcOrd="1" destOrd="0" parTransId="{5C5AD729-419E-4E99-A46B-7125EE1D5089}" sibTransId="{B50DDB91-A3D3-484B-8DA5-27AADEE1DF4A}"/>
    <dgm:cxn modelId="{DFFC41D9-1840-42DA-BF2A-480DDD34082B}" srcId="{E34C9C41-4ECC-4BAC-BDF7-9C6C36A00684}" destId="{ADD19B42-9AB5-4809-AC80-AEECE9B0A0DD}" srcOrd="2" destOrd="0" parTransId="{A4F20864-E02F-4ECB-BF06-3B1F7B18F8A6}" sibTransId="{84B7A0FA-B98E-4262-8DB1-C175C0127A19}"/>
    <dgm:cxn modelId="{D4A8A8E5-C873-4C16-B705-BF46A6D81E7A}" type="presOf" srcId="{ADD19B42-9AB5-4809-AC80-AEECE9B0A0DD}" destId="{50148201-32D2-4D36-9553-860079FAFA2A}" srcOrd="0" destOrd="0" presId="urn:microsoft.com/office/officeart/2005/8/layout/hierarchy1"/>
    <dgm:cxn modelId="{D2A83AF6-9048-4D36-997B-8E13C6F3FCA6}" type="presOf" srcId="{0B59381D-D5D4-45DD-9E22-948557BEF8EE}" destId="{488709B8-CE6D-4B28-8E22-D280153137C5}" srcOrd="0" destOrd="0" presId="urn:microsoft.com/office/officeart/2005/8/layout/hierarchy1"/>
    <dgm:cxn modelId="{262D36FD-081F-4B56-B0A0-0BD5F22342D1}" srcId="{E34C9C41-4ECC-4BAC-BDF7-9C6C36A00684}" destId="{0B59381D-D5D4-45DD-9E22-948557BEF8EE}" srcOrd="0" destOrd="0" parTransId="{BF22FC1E-13E9-429D-89F6-CC367DAA8EC8}" sibTransId="{0ECCC7C5-7E8D-46AE-989D-A062AB554B2B}"/>
    <dgm:cxn modelId="{009164A8-44EE-4E9D-80D6-3E30CB923B60}" type="presParOf" srcId="{D8F69A5B-0789-4A70-BE12-E6ECB623E146}" destId="{4BECF86D-1146-4EFE-9CD0-F687C7E2CE8F}" srcOrd="0" destOrd="0" presId="urn:microsoft.com/office/officeart/2005/8/layout/hierarchy1"/>
    <dgm:cxn modelId="{11B567D2-DD81-473D-B36B-5CB6DDFCFFBE}" type="presParOf" srcId="{4BECF86D-1146-4EFE-9CD0-F687C7E2CE8F}" destId="{D4F674B8-8ED2-4341-BFC9-DF65C8BA614F}" srcOrd="0" destOrd="0" presId="urn:microsoft.com/office/officeart/2005/8/layout/hierarchy1"/>
    <dgm:cxn modelId="{DBF6E2A0-77DE-4FE8-999C-E19C75691AC7}" type="presParOf" srcId="{D4F674B8-8ED2-4341-BFC9-DF65C8BA614F}" destId="{2C87DBB9-4AD5-497B-85AD-226753791BC3}" srcOrd="0" destOrd="0" presId="urn:microsoft.com/office/officeart/2005/8/layout/hierarchy1"/>
    <dgm:cxn modelId="{9324B61E-2B87-47D0-A156-E93AE144CB73}" type="presParOf" srcId="{D4F674B8-8ED2-4341-BFC9-DF65C8BA614F}" destId="{488709B8-CE6D-4B28-8E22-D280153137C5}" srcOrd="1" destOrd="0" presId="urn:microsoft.com/office/officeart/2005/8/layout/hierarchy1"/>
    <dgm:cxn modelId="{BAC3281F-D6B8-46CA-BFEB-85408D16618A}" type="presParOf" srcId="{4BECF86D-1146-4EFE-9CD0-F687C7E2CE8F}" destId="{AC4F725C-765D-4F12-8EFB-4957DE07325D}" srcOrd="1" destOrd="0" presId="urn:microsoft.com/office/officeart/2005/8/layout/hierarchy1"/>
    <dgm:cxn modelId="{5D54747D-01C0-4BBD-8C85-F1B7384A37AD}" type="presParOf" srcId="{D8F69A5B-0789-4A70-BE12-E6ECB623E146}" destId="{5E936DF5-4CC1-4422-8ADC-E1C1B92C6C02}" srcOrd="1" destOrd="0" presId="urn:microsoft.com/office/officeart/2005/8/layout/hierarchy1"/>
    <dgm:cxn modelId="{92079EF5-69CC-4F72-858E-9DDF041DE27F}" type="presParOf" srcId="{5E936DF5-4CC1-4422-8ADC-E1C1B92C6C02}" destId="{97212876-02B0-4013-A889-52AE4DCD50E5}" srcOrd="0" destOrd="0" presId="urn:microsoft.com/office/officeart/2005/8/layout/hierarchy1"/>
    <dgm:cxn modelId="{63CF49C7-F744-4E58-98DC-254B65A49118}" type="presParOf" srcId="{97212876-02B0-4013-A889-52AE4DCD50E5}" destId="{1D1CBFBB-6F5A-408E-B4E2-33D61152286C}" srcOrd="0" destOrd="0" presId="urn:microsoft.com/office/officeart/2005/8/layout/hierarchy1"/>
    <dgm:cxn modelId="{F8A1A4C7-2B81-4DEF-920E-BE06AB2FDEDD}" type="presParOf" srcId="{97212876-02B0-4013-A889-52AE4DCD50E5}" destId="{8A2EAB1E-3EBF-41CC-B666-C68327CF5F51}" srcOrd="1" destOrd="0" presId="urn:microsoft.com/office/officeart/2005/8/layout/hierarchy1"/>
    <dgm:cxn modelId="{439440AC-B628-4BEB-A6B1-61CB5D76B796}" type="presParOf" srcId="{5E936DF5-4CC1-4422-8ADC-E1C1B92C6C02}" destId="{627E1AB2-5158-4062-9F2F-41F68DF0DAA3}" srcOrd="1" destOrd="0" presId="urn:microsoft.com/office/officeart/2005/8/layout/hierarchy1"/>
    <dgm:cxn modelId="{FC0772C4-84A3-4DCD-95FE-1A5CD463FC2D}" type="presParOf" srcId="{D8F69A5B-0789-4A70-BE12-E6ECB623E146}" destId="{8436EB23-2F94-4E81-83A4-6308B47A205F}" srcOrd="2" destOrd="0" presId="urn:microsoft.com/office/officeart/2005/8/layout/hierarchy1"/>
    <dgm:cxn modelId="{4DB10970-D8C8-4F93-B290-C2BCB46CBDA6}" type="presParOf" srcId="{8436EB23-2F94-4E81-83A4-6308B47A205F}" destId="{0BBCAA5D-8178-46A8-9FBD-E7D56CD756FD}" srcOrd="0" destOrd="0" presId="urn:microsoft.com/office/officeart/2005/8/layout/hierarchy1"/>
    <dgm:cxn modelId="{559BFA65-A1CB-4C88-B6A9-F6400671B388}" type="presParOf" srcId="{0BBCAA5D-8178-46A8-9FBD-E7D56CD756FD}" destId="{B70CB33C-A58D-41AA-804B-F2348880661C}" srcOrd="0" destOrd="0" presId="urn:microsoft.com/office/officeart/2005/8/layout/hierarchy1"/>
    <dgm:cxn modelId="{A3A13EA0-BD69-4F79-96D5-B58F0B0E69EE}" type="presParOf" srcId="{0BBCAA5D-8178-46A8-9FBD-E7D56CD756FD}" destId="{50148201-32D2-4D36-9553-860079FAFA2A}" srcOrd="1" destOrd="0" presId="urn:microsoft.com/office/officeart/2005/8/layout/hierarchy1"/>
    <dgm:cxn modelId="{41B4DC2D-71F5-4D82-8820-5028B5D5F8AD}" type="presParOf" srcId="{8436EB23-2F94-4E81-83A4-6308B47A205F}" destId="{CAADC9E9-6A58-4E60-A830-F4258E8E131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4C9C41-4ECC-4BAC-BDF7-9C6C36A0068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FDBDC5E-1653-4913-B6E4-58E15D946FCA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 b="1">
              <a:latin typeface="Aptos"/>
              <a:ea typeface="Calibri"/>
              <a:cs typeface="Calibri"/>
            </a:rPr>
            <a:t>Ali:</a:t>
          </a:r>
          <a:r>
            <a:rPr lang="en-US" sz="2300">
              <a:latin typeface="Aptos"/>
              <a:ea typeface="Calibri"/>
              <a:cs typeface="Calibri"/>
            </a:rPr>
            <a:t> </a:t>
          </a:r>
          <a:r>
            <a:rPr lang="en-US" sz="2300">
              <a:latin typeface="Calibri"/>
              <a:ea typeface="Calibri"/>
              <a:cs typeface="Calibri"/>
            </a:rPr>
            <a:t>Focused on first MNE and non-MNE implementations reverse engineering necessary functions, added in "Display Events and Responses" functionality, standardized channel coloring across graph types</a:t>
          </a:r>
        </a:p>
      </dgm:t>
    </dgm:pt>
    <dgm:pt modelId="{5422CA7C-14C6-4429-8E0F-AB49EA38401C}" type="parTrans" cxnId="{8D875590-9894-4FD7-AEBF-C7516A93C887}">
      <dgm:prSet/>
      <dgm:spPr/>
    </dgm:pt>
    <dgm:pt modelId="{6B2D294B-44BC-4C60-A15A-454C996B1334}" type="sibTrans" cxnId="{8D875590-9894-4FD7-AEBF-C7516A93C887}">
      <dgm:prSet/>
      <dgm:spPr/>
    </dgm:pt>
    <dgm:pt modelId="{934A3362-E5BC-4BFE-9E5F-4F40718B414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300" b="1">
              <a:latin typeface="Calibri"/>
              <a:ea typeface="Calibri"/>
              <a:cs typeface="Calibri"/>
            </a:rPr>
            <a:t>Will: </a:t>
          </a:r>
          <a:r>
            <a:rPr lang="en-US" sz="2300">
              <a:latin typeface="Calibri"/>
              <a:ea typeface="Calibri"/>
              <a:cs typeface="Calibri"/>
            </a:rPr>
            <a:t>added all channels and topographic map functionality, custom input fields for </a:t>
          </a:r>
          <a:r>
            <a:rPr lang="en-US" sz="2300" err="1">
              <a:latin typeface="Calibri"/>
              <a:ea typeface="Calibri"/>
              <a:cs typeface="Calibri"/>
            </a:rPr>
            <a:t>topograph</a:t>
          </a:r>
          <a:r>
            <a:rPr lang="en-US" sz="2300">
              <a:latin typeface="Calibri"/>
              <a:ea typeface="Calibri"/>
              <a:cs typeface="Calibri"/>
            </a:rPr>
            <a:t>, and robust dark mode theming across layout including graphs, created </a:t>
          </a:r>
          <a:r>
            <a:rPr lang="en-US" sz="2300" err="1">
              <a:latin typeface="Calibri"/>
              <a:ea typeface="Calibri"/>
              <a:cs typeface="Calibri"/>
            </a:rPr>
            <a:t>github</a:t>
          </a:r>
          <a:r>
            <a:rPr lang="en-US" sz="2300">
              <a:latin typeface="Calibri"/>
              <a:ea typeface="Calibri"/>
              <a:cs typeface="Calibri"/>
            </a:rPr>
            <a:t> repo</a:t>
          </a:r>
          <a:endParaRPr lang="en-US" sz="2300">
            <a:latin typeface="Aptos Display"/>
            <a:ea typeface="Calibri"/>
            <a:cs typeface="Calibri"/>
          </a:endParaRPr>
        </a:p>
      </dgm:t>
    </dgm:pt>
    <dgm:pt modelId="{774F27D3-D52B-4CFC-88D7-F3B178DF2D9E}" type="parTrans" cxnId="{26E589AF-D2B2-4495-9434-C9A2729BCCC4}">
      <dgm:prSet/>
      <dgm:spPr/>
    </dgm:pt>
    <dgm:pt modelId="{9C72550E-C719-4BF1-A983-3CE5891E6F5C}" type="sibTrans" cxnId="{26E589AF-D2B2-4495-9434-C9A2729BCCC4}">
      <dgm:prSet/>
      <dgm:spPr/>
    </dgm:pt>
    <dgm:pt modelId="{D8F69A5B-0789-4A70-BE12-E6ECB623E146}" type="pres">
      <dgm:prSet presAssocID="{E34C9C41-4ECC-4BAC-BDF7-9C6C36A006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608F09-AFC2-4A4D-806D-217FA778CE35}" type="pres">
      <dgm:prSet presAssocID="{DFDBDC5E-1653-4913-B6E4-58E15D946FCA}" presName="hierRoot1" presStyleCnt="0"/>
      <dgm:spPr/>
    </dgm:pt>
    <dgm:pt modelId="{A1450A83-7819-4286-BB0B-337D2C7FD102}" type="pres">
      <dgm:prSet presAssocID="{DFDBDC5E-1653-4913-B6E4-58E15D946FCA}" presName="composite" presStyleCnt="0"/>
      <dgm:spPr/>
    </dgm:pt>
    <dgm:pt modelId="{00AE2BA2-1DD2-42B3-8BB2-4A21FEF9F7E3}" type="pres">
      <dgm:prSet presAssocID="{DFDBDC5E-1653-4913-B6E4-58E15D946FCA}" presName="background" presStyleLbl="node0" presStyleIdx="0" presStyleCnt="2"/>
      <dgm:spPr/>
    </dgm:pt>
    <dgm:pt modelId="{7F223B77-A3E4-4D0F-82CE-E5CE8D8F6AA1}" type="pres">
      <dgm:prSet presAssocID="{DFDBDC5E-1653-4913-B6E4-58E15D946FCA}" presName="text" presStyleLbl="fgAcc0" presStyleIdx="0" presStyleCnt="2">
        <dgm:presLayoutVars>
          <dgm:chPref val="3"/>
        </dgm:presLayoutVars>
      </dgm:prSet>
      <dgm:spPr/>
    </dgm:pt>
    <dgm:pt modelId="{C7077223-E67C-4AB7-A8BB-81495E2FCF1D}" type="pres">
      <dgm:prSet presAssocID="{DFDBDC5E-1653-4913-B6E4-58E15D946FCA}" presName="hierChild2" presStyleCnt="0"/>
      <dgm:spPr/>
    </dgm:pt>
    <dgm:pt modelId="{0BE70887-00EF-42F3-80DD-A69829CEF18E}" type="pres">
      <dgm:prSet presAssocID="{934A3362-E5BC-4BFE-9E5F-4F40718B4147}" presName="hierRoot1" presStyleCnt="0"/>
      <dgm:spPr/>
    </dgm:pt>
    <dgm:pt modelId="{A91B8301-C489-433C-A194-2461BE967021}" type="pres">
      <dgm:prSet presAssocID="{934A3362-E5BC-4BFE-9E5F-4F40718B4147}" presName="composite" presStyleCnt="0"/>
      <dgm:spPr/>
    </dgm:pt>
    <dgm:pt modelId="{272801B0-E766-4400-B60E-89ABD9870723}" type="pres">
      <dgm:prSet presAssocID="{934A3362-E5BC-4BFE-9E5F-4F40718B4147}" presName="background" presStyleLbl="node0" presStyleIdx="1" presStyleCnt="2"/>
      <dgm:spPr/>
    </dgm:pt>
    <dgm:pt modelId="{25E2CDF3-09E4-4F4D-8B5C-8078E6C02955}" type="pres">
      <dgm:prSet presAssocID="{934A3362-E5BC-4BFE-9E5F-4F40718B4147}" presName="text" presStyleLbl="fgAcc0" presStyleIdx="1" presStyleCnt="2">
        <dgm:presLayoutVars>
          <dgm:chPref val="3"/>
        </dgm:presLayoutVars>
      </dgm:prSet>
      <dgm:spPr/>
    </dgm:pt>
    <dgm:pt modelId="{19B3188F-D002-476C-B928-61B25AD742D5}" type="pres">
      <dgm:prSet presAssocID="{934A3362-E5BC-4BFE-9E5F-4F40718B4147}" presName="hierChild2" presStyleCnt="0"/>
      <dgm:spPr/>
    </dgm:pt>
  </dgm:ptLst>
  <dgm:cxnLst>
    <dgm:cxn modelId="{CB4B2114-9252-409B-962A-C8431E3201DA}" type="presOf" srcId="{E34C9C41-4ECC-4BAC-BDF7-9C6C36A00684}" destId="{D8F69A5B-0789-4A70-BE12-E6ECB623E146}" srcOrd="0" destOrd="0" presId="urn:microsoft.com/office/officeart/2005/8/layout/hierarchy1"/>
    <dgm:cxn modelId="{8D875590-9894-4FD7-AEBF-C7516A93C887}" srcId="{E34C9C41-4ECC-4BAC-BDF7-9C6C36A00684}" destId="{DFDBDC5E-1653-4913-B6E4-58E15D946FCA}" srcOrd="0" destOrd="0" parTransId="{5422CA7C-14C6-4429-8E0F-AB49EA38401C}" sibTransId="{6B2D294B-44BC-4C60-A15A-454C996B1334}"/>
    <dgm:cxn modelId="{07305BA9-B158-4CDE-83FD-6D499376DF06}" type="presOf" srcId="{934A3362-E5BC-4BFE-9E5F-4F40718B4147}" destId="{25E2CDF3-09E4-4F4D-8B5C-8078E6C02955}" srcOrd="0" destOrd="0" presId="urn:microsoft.com/office/officeart/2005/8/layout/hierarchy1"/>
    <dgm:cxn modelId="{26E589AF-D2B2-4495-9434-C9A2729BCCC4}" srcId="{E34C9C41-4ECC-4BAC-BDF7-9C6C36A00684}" destId="{934A3362-E5BC-4BFE-9E5F-4F40718B4147}" srcOrd="1" destOrd="0" parTransId="{774F27D3-D52B-4CFC-88D7-F3B178DF2D9E}" sibTransId="{9C72550E-C719-4BF1-A983-3CE5891E6F5C}"/>
    <dgm:cxn modelId="{2DB9E6E8-B9A0-4CEF-B61F-1F22C2C34F40}" type="presOf" srcId="{DFDBDC5E-1653-4913-B6E4-58E15D946FCA}" destId="{7F223B77-A3E4-4D0F-82CE-E5CE8D8F6AA1}" srcOrd="0" destOrd="0" presId="urn:microsoft.com/office/officeart/2005/8/layout/hierarchy1"/>
    <dgm:cxn modelId="{15732C45-E86C-4B97-96BC-A6AEC6C1018F}" type="presParOf" srcId="{D8F69A5B-0789-4A70-BE12-E6ECB623E146}" destId="{71608F09-AFC2-4A4D-806D-217FA778CE35}" srcOrd="0" destOrd="0" presId="urn:microsoft.com/office/officeart/2005/8/layout/hierarchy1"/>
    <dgm:cxn modelId="{DE6F43B7-C24D-4522-838B-68E543176571}" type="presParOf" srcId="{71608F09-AFC2-4A4D-806D-217FA778CE35}" destId="{A1450A83-7819-4286-BB0B-337D2C7FD102}" srcOrd="0" destOrd="0" presId="urn:microsoft.com/office/officeart/2005/8/layout/hierarchy1"/>
    <dgm:cxn modelId="{4E79484F-14C4-414D-8AB2-1B800BE4785A}" type="presParOf" srcId="{A1450A83-7819-4286-BB0B-337D2C7FD102}" destId="{00AE2BA2-1DD2-42B3-8BB2-4A21FEF9F7E3}" srcOrd="0" destOrd="0" presId="urn:microsoft.com/office/officeart/2005/8/layout/hierarchy1"/>
    <dgm:cxn modelId="{CE060619-A640-44FE-8391-65F8D07AD07A}" type="presParOf" srcId="{A1450A83-7819-4286-BB0B-337D2C7FD102}" destId="{7F223B77-A3E4-4D0F-82CE-E5CE8D8F6AA1}" srcOrd="1" destOrd="0" presId="urn:microsoft.com/office/officeart/2005/8/layout/hierarchy1"/>
    <dgm:cxn modelId="{14EF2561-BC40-4001-8957-C035B3219DE9}" type="presParOf" srcId="{71608F09-AFC2-4A4D-806D-217FA778CE35}" destId="{C7077223-E67C-4AB7-A8BB-81495E2FCF1D}" srcOrd="1" destOrd="0" presId="urn:microsoft.com/office/officeart/2005/8/layout/hierarchy1"/>
    <dgm:cxn modelId="{CB87332D-1085-4520-BD95-62AC88260948}" type="presParOf" srcId="{D8F69A5B-0789-4A70-BE12-E6ECB623E146}" destId="{0BE70887-00EF-42F3-80DD-A69829CEF18E}" srcOrd="1" destOrd="0" presId="urn:microsoft.com/office/officeart/2005/8/layout/hierarchy1"/>
    <dgm:cxn modelId="{FC7D9D71-4A2C-47F5-A99B-916B7BCF2028}" type="presParOf" srcId="{0BE70887-00EF-42F3-80DD-A69829CEF18E}" destId="{A91B8301-C489-433C-A194-2461BE967021}" srcOrd="0" destOrd="0" presId="urn:microsoft.com/office/officeart/2005/8/layout/hierarchy1"/>
    <dgm:cxn modelId="{64CF9373-17D4-40F7-98C5-CF1ED97E3B33}" type="presParOf" srcId="{A91B8301-C489-433C-A194-2461BE967021}" destId="{272801B0-E766-4400-B60E-89ABD9870723}" srcOrd="0" destOrd="0" presId="urn:microsoft.com/office/officeart/2005/8/layout/hierarchy1"/>
    <dgm:cxn modelId="{62E2FFA4-60F4-47C7-9569-D58FB73C5C44}" type="presParOf" srcId="{A91B8301-C489-433C-A194-2461BE967021}" destId="{25E2CDF3-09E4-4F4D-8B5C-8078E6C02955}" srcOrd="1" destOrd="0" presId="urn:microsoft.com/office/officeart/2005/8/layout/hierarchy1"/>
    <dgm:cxn modelId="{6D80A194-72CC-4CD0-8A81-949753FDC1AB}" type="presParOf" srcId="{0BE70887-00EF-42F3-80DD-A69829CEF18E}" destId="{19B3188F-D002-476C-B928-61B25AD742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7E2BD-9D7B-4230-8DE8-4AD848DB3B37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1BE31-F50B-4C80-B190-9B6011E880A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Reverse engineered many of the necessary data parsing and graphing functions from MNE to allow for easier integration with PyInstaller</a:t>
          </a:r>
        </a:p>
      </dsp:txBody>
      <dsp:txXfrm>
        <a:off x="608661" y="692298"/>
        <a:ext cx="4508047" cy="2799040"/>
      </dsp:txXfrm>
    </dsp:sp>
    <dsp:sp modelId="{D0E86E81-7390-4647-937D-5BE704102678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1DAA-6191-481E-B351-4E836100EE25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Designed and implemented a GUI that allows users to load, display, and manipulate graphs of EEG sensor data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8293FA-EB92-462F-BF58-320353CB55C6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Aptos"/>
              <a:ea typeface="+mn-ea"/>
              <a:cs typeface="+mn-cs"/>
            </a:rPr>
            <a:t>1 - Create a drop down to change </a:t>
          </a:r>
          <a:r>
            <a:rPr lang="en-US" sz="3400" b="1" kern="1200">
              <a:latin typeface="Aptos"/>
              <a:ea typeface="+mn-ea"/>
              <a:cs typeface="+mn-cs"/>
            </a:rPr>
            <a:t>event types</a:t>
          </a:r>
          <a:r>
            <a:rPr lang="en-US" sz="3400" kern="1200">
              <a:latin typeface="Aptos"/>
              <a:ea typeface="+mn-ea"/>
              <a:cs typeface="+mn-cs"/>
            </a:rPr>
            <a:t> specified in the given .set file</a:t>
          </a:r>
        </a:p>
      </dsp:txBody>
      <dsp:txXfrm>
        <a:off x="66025" y="114994"/>
        <a:ext cx="10383550" cy="1220470"/>
      </dsp:txXfrm>
    </dsp:sp>
    <dsp:sp modelId="{8FED0DCF-9EAC-4670-B5D5-EC3ADA683813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Aptos" panose="020B0004020202020204"/>
              <a:ea typeface="+mn-ea"/>
              <a:cs typeface="+mn-cs"/>
            </a:rPr>
            <a:t>2 - Create an </a:t>
          </a:r>
          <a:r>
            <a:rPr lang="en-US" sz="3400" b="1" kern="1200">
              <a:latin typeface="Aptos" panose="020B0004020202020204"/>
              <a:ea typeface="+mn-ea"/>
              <a:cs typeface="+mn-cs"/>
            </a:rPr>
            <a:t>executable using </a:t>
          </a:r>
          <a:r>
            <a:rPr lang="en-US" sz="3400" b="1" kern="1200" err="1">
              <a:latin typeface="Aptos" panose="020B0004020202020204"/>
              <a:ea typeface="+mn-ea"/>
              <a:cs typeface="+mn-cs"/>
            </a:rPr>
            <a:t>PyInstaller</a:t>
          </a:r>
          <a:r>
            <a:rPr lang="en-US" sz="3400" kern="1200">
              <a:latin typeface="Aptos" panose="020B0004020202020204"/>
              <a:ea typeface="+mn-ea"/>
              <a:cs typeface="+mn-cs"/>
            </a:rPr>
            <a:t> in Sprint 2</a:t>
          </a:r>
        </a:p>
      </dsp:txBody>
      <dsp:txXfrm>
        <a:off x="66025" y="1565434"/>
        <a:ext cx="10383550" cy="1220470"/>
      </dsp:txXfrm>
    </dsp:sp>
    <dsp:sp modelId="{0B5E6CE1-3F00-4E1B-BA23-08CF506A6E86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Aptos" panose="020B0004020202020204"/>
              <a:ea typeface="+mn-ea"/>
              <a:cs typeface="+mn-cs"/>
            </a:rPr>
            <a:t>3 - Narrowed scope from a live data plotting tool to a</a:t>
          </a:r>
          <a:r>
            <a:rPr lang="en-US" sz="3400" b="1" kern="1200">
              <a:latin typeface="Aptos" panose="020B0004020202020204"/>
              <a:ea typeface="+mn-ea"/>
              <a:cs typeface="+mn-cs"/>
            </a:rPr>
            <a:t> rapid development tool</a:t>
          </a:r>
        </a:p>
      </dsp:txBody>
      <dsp:txXfrm>
        <a:off x="66025" y="3015873"/>
        <a:ext cx="10383550" cy="1220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29AA3-F214-485A-A540-293F3F94462C}">
      <dsp:nvSpPr>
        <dsp:cNvPr id="0" name=""/>
        <dsp:cNvSpPr/>
      </dsp:nvSpPr>
      <dsp:spPr>
        <a:xfrm>
          <a:off x="1141730" y="67269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C2EAA-E285-43CA-8025-90E6F43533C6}">
      <dsp:nvSpPr>
        <dsp:cNvPr id="0" name=""/>
        <dsp:cNvSpPr/>
      </dsp:nvSpPr>
      <dsp:spPr>
        <a:xfrm>
          <a:off x="1141730" y="23291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.set file validation</a:t>
          </a:r>
        </a:p>
      </dsp:txBody>
      <dsp:txXfrm>
        <a:off x="1141730" y="2329199"/>
        <a:ext cx="4320000" cy="648000"/>
      </dsp:txXfrm>
    </dsp:sp>
    <dsp:sp modelId="{8F115943-24E8-46C0-9416-0CC76F9E1CE5}">
      <dsp:nvSpPr>
        <dsp:cNvPr id="0" name=""/>
        <dsp:cNvSpPr/>
      </dsp:nvSpPr>
      <dsp:spPr>
        <a:xfrm>
          <a:off x="1141730" y="3044411"/>
          <a:ext cx="4320000" cy="98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Verify file structure and metadata fields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Validate channel labels and event markers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0F0302020204030204"/>
            </a:rPr>
            <a:t>Reject</a:t>
          </a:r>
          <a:r>
            <a:rPr lang="en-US" sz="1700" kern="1200"/>
            <a:t> invalid files</a:t>
          </a:r>
        </a:p>
      </dsp:txBody>
      <dsp:txXfrm>
        <a:off x="1141730" y="3044411"/>
        <a:ext cx="4320000" cy="988880"/>
      </dsp:txXfrm>
    </dsp:sp>
    <dsp:sp modelId="{20D7F9F8-E31D-4C07-A2D3-5E8D41800F44}">
      <dsp:nvSpPr>
        <dsp:cNvPr id="0" name=""/>
        <dsp:cNvSpPr/>
      </dsp:nvSpPr>
      <dsp:spPr>
        <a:xfrm>
          <a:off x="6217730" y="67269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82EC6-1878-4BAA-806D-5AC439EA3FEB}">
      <dsp:nvSpPr>
        <dsp:cNvPr id="0" name=""/>
        <dsp:cNvSpPr/>
      </dsp:nvSpPr>
      <dsp:spPr>
        <a:xfrm>
          <a:off x="6217730" y="23291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.set file security</a:t>
          </a:r>
        </a:p>
      </dsp:txBody>
      <dsp:txXfrm>
        <a:off x="6217730" y="2329199"/>
        <a:ext cx="4320000" cy="648000"/>
      </dsp:txXfrm>
    </dsp:sp>
    <dsp:sp modelId="{7FDB87B5-31B0-4193-9BAA-BA111B525762}">
      <dsp:nvSpPr>
        <dsp:cNvPr id="0" name=""/>
        <dsp:cNvSpPr/>
      </dsp:nvSpPr>
      <dsp:spPr>
        <a:xfrm>
          <a:off x="6217730" y="3044411"/>
          <a:ext cx="4320000" cy="98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Restrict access permissions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Encrypt local directories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Avoid storing raw data longer than we have to</a:t>
          </a:r>
        </a:p>
      </dsp:txBody>
      <dsp:txXfrm>
        <a:off x="6217730" y="3044411"/>
        <a:ext cx="4320000" cy="988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C20A7-DEA1-4055-B48A-DC89BB16A47F}">
      <dsp:nvSpPr>
        <dsp:cNvPr id="0" name=""/>
        <dsp:cNvSpPr/>
      </dsp:nvSpPr>
      <dsp:spPr>
        <a:xfrm>
          <a:off x="1841526" y="101898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E1309-5B31-49B5-9AE1-1AF3A5652BC9}">
      <dsp:nvSpPr>
        <dsp:cNvPr id="0" name=""/>
        <dsp:cNvSpPr/>
      </dsp:nvSpPr>
      <dsp:spPr>
        <a:xfrm>
          <a:off x="1841526" y="26749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Not completed</a:t>
          </a:r>
        </a:p>
      </dsp:txBody>
      <dsp:txXfrm>
        <a:off x="1841526" y="2674912"/>
        <a:ext cx="4320000" cy="648000"/>
      </dsp:txXfrm>
    </dsp:sp>
    <dsp:sp modelId="{769B08AF-27E8-4CDA-82C1-9F672499864F}">
      <dsp:nvSpPr>
        <dsp:cNvPr id="0" name=""/>
        <dsp:cNvSpPr/>
      </dsp:nvSpPr>
      <dsp:spPr>
        <a:xfrm>
          <a:off x="1841526" y="3389853"/>
          <a:ext cx="4320000" cy="976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This Sprint: labeling different event types</a:t>
          </a:r>
          <a:endParaRPr lang="en-US" sz="1800" kern="1200"/>
        </a:p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Future Sprints: Complete</a:t>
          </a:r>
          <a:r>
            <a:rPr lang="en-US" sz="1800" kern="1200"/>
            <a:t> </a:t>
          </a:r>
          <a:r>
            <a:rPr lang="en-US" sz="1800" kern="1200">
              <a:latin typeface="Aptos Display" panose="020F0302020204030204"/>
            </a:rPr>
            <a:t>rapid development</a:t>
          </a:r>
          <a:r>
            <a:rPr lang="en-US" sz="1800" kern="1200"/>
            <a:t> visualization </a:t>
          </a:r>
          <a:r>
            <a:rPr lang="en-US" sz="1800" kern="1200">
              <a:latin typeface="Aptos Display" panose="020F0302020204030204"/>
            </a:rPr>
            <a:t>and advanced</a:t>
          </a:r>
          <a:r>
            <a:rPr lang="en-US" sz="1800" kern="1200"/>
            <a:t> data processing</a:t>
          </a:r>
        </a:p>
      </dsp:txBody>
      <dsp:txXfrm>
        <a:off x="1841526" y="3389853"/>
        <a:ext cx="4320000" cy="976207"/>
      </dsp:txXfrm>
    </dsp:sp>
    <dsp:sp modelId="{99A26D51-5143-4FC6-A8C5-8B8E2B53F093}">
      <dsp:nvSpPr>
        <dsp:cNvPr id="0" name=""/>
        <dsp:cNvSpPr/>
      </dsp:nvSpPr>
      <dsp:spPr>
        <a:xfrm>
          <a:off x="6917526" y="101898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78418-97E4-4959-A434-7CB5D6947474}">
      <dsp:nvSpPr>
        <dsp:cNvPr id="0" name=""/>
        <dsp:cNvSpPr/>
      </dsp:nvSpPr>
      <dsp:spPr>
        <a:xfrm>
          <a:off x="6917526" y="26749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Lessons Learned</a:t>
          </a:r>
        </a:p>
      </dsp:txBody>
      <dsp:txXfrm>
        <a:off x="6917526" y="2674912"/>
        <a:ext cx="4320000" cy="648000"/>
      </dsp:txXfrm>
    </dsp:sp>
    <dsp:sp modelId="{904B280F-F292-4C4D-969C-EA12AF5B73E1}">
      <dsp:nvSpPr>
        <dsp:cNvPr id="0" name=""/>
        <dsp:cNvSpPr/>
      </dsp:nvSpPr>
      <dsp:spPr>
        <a:xfrm>
          <a:off x="6917526" y="3389853"/>
          <a:ext cx="4320000" cy="976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.set file structure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MNE </a:t>
          </a:r>
          <a:r>
            <a:rPr lang="en-US" sz="1700" kern="1200">
              <a:latin typeface="Aptos Display" panose="020F0302020204030204"/>
            </a:rPr>
            <a:t>functionality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Pyqt5</a:t>
          </a:r>
          <a:r>
            <a:rPr lang="en-US" sz="1700" kern="1200">
              <a:latin typeface="Aptos Display" panose="020F0302020204030204"/>
            </a:rPr>
            <a:t> GUI</a:t>
          </a:r>
          <a:r>
            <a:rPr lang="en-US" sz="1700" kern="1200"/>
            <a:t> library</a:t>
          </a:r>
        </a:p>
      </dsp:txBody>
      <dsp:txXfrm>
        <a:off x="6917526" y="3389853"/>
        <a:ext cx="4320000" cy="9762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7DBB9-4AD5-497B-85AD-226753791BC3}">
      <dsp:nvSpPr>
        <dsp:cNvPr id="0" name=""/>
        <dsp:cNvSpPr/>
      </dsp:nvSpPr>
      <dsp:spPr>
        <a:xfrm>
          <a:off x="0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709B8-CE6D-4B28-8E22-D280153137C5}">
      <dsp:nvSpPr>
        <dsp:cNvPr id="0" name=""/>
        <dsp:cNvSpPr/>
      </dsp:nvSpPr>
      <dsp:spPr>
        <a:xfrm>
          <a:off x="356724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ptos"/>
              <a:ea typeface="+mn-ea"/>
              <a:cs typeface="+mn-cs"/>
            </a:rPr>
            <a:t>Sophia:</a:t>
          </a:r>
          <a:r>
            <a:rPr lang="en-US" sz="1800" kern="1200">
              <a:latin typeface="Aptos"/>
              <a:ea typeface="+mn-ea"/>
              <a:cs typeface="+mn-cs"/>
            </a:rPr>
            <a:t> fixed Windows compatibility issues, split </a:t>
          </a:r>
          <a:r>
            <a:rPr lang="en-US" sz="1800" kern="1200">
              <a:latin typeface="Aptos Display" panose="020F0302020204030204"/>
              <a:ea typeface="+mn-ea"/>
              <a:cs typeface="+mn-cs"/>
            </a:rPr>
            <a:t>code</a:t>
          </a:r>
          <a:r>
            <a:rPr lang="en-US" sz="1800" kern="1200">
              <a:latin typeface="Aptos"/>
              <a:ea typeface="+mn-ea"/>
              <a:cs typeface="+mn-cs"/>
            </a:rPr>
            <a:t> into files that worked with the GUI, communicated with sponsor, organized sprint and product backlogs</a:t>
          </a:r>
        </a:p>
      </dsp:txBody>
      <dsp:txXfrm>
        <a:off x="416435" y="1037664"/>
        <a:ext cx="3091095" cy="1919256"/>
      </dsp:txXfrm>
    </dsp:sp>
    <dsp:sp modelId="{1D1CBFBB-6F5A-408E-B4E2-33D61152286C}">
      <dsp:nvSpPr>
        <dsp:cNvPr id="0" name=""/>
        <dsp:cNvSpPr/>
      </dsp:nvSpPr>
      <dsp:spPr>
        <a:xfrm>
          <a:off x="3923966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EAB1E-3EBF-41CC-B666-C68327CF5F51}">
      <dsp:nvSpPr>
        <dsp:cNvPr id="0" name=""/>
        <dsp:cNvSpPr/>
      </dsp:nvSpPr>
      <dsp:spPr>
        <a:xfrm>
          <a:off x="4280690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ptos Display" panose="020F0302020204030204"/>
              <a:ea typeface="+mn-ea"/>
              <a:cs typeface="+mn-cs"/>
            </a:rPr>
            <a:t>Alexander</a:t>
          </a:r>
          <a:r>
            <a:rPr lang="en-US" sz="1800" b="1" kern="1200">
              <a:latin typeface="Aptos" panose="020B0004020202020204"/>
              <a:ea typeface="+mn-ea"/>
              <a:cs typeface="+mn-cs"/>
            </a:rPr>
            <a:t>: </a:t>
          </a:r>
          <a:r>
            <a:rPr lang="en-US" sz="1800" kern="1200">
              <a:latin typeface="Aptos" panose="020B0004020202020204"/>
              <a:ea typeface="+mn-ea"/>
              <a:cs typeface="+mn-cs"/>
            </a:rPr>
            <a:t>extended event window functionality to joint maps, fixed when </a:t>
          </a:r>
          <a:r>
            <a:rPr lang="en-US" sz="1800" kern="1200">
              <a:latin typeface="Aptos Display" panose="020F0302020204030204"/>
              <a:ea typeface="+mn-ea"/>
              <a:cs typeface="+mn-cs"/>
            </a:rPr>
            <a:t>to display</a:t>
          </a:r>
          <a:r>
            <a:rPr lang="en-US" sz="1800" kern="1200">
              <a:latin typeface="Aptos" panose="020B0004020202020204"/>
              <a:ea typeface="+mn-ea"/>
              <a:cs typeface="+mn-cs"/>
            </a:rPr>
            <a:t> event box and sensor dropdowns, debugged epoch selection, organized </a:t>
          </a:r>
          <a:r>
            <a:rPr lang="en-US" sz="1800" kern="1200">
              <a:latin typeface="Aptos Display" panose="020F0302020204030204"/>
              <a:ea typeface="+mn-ea"/>
              <a:cs typeface="+mn-cs"/>
            </a:rPr>
            <a:t>planning</a:t>
          </a:r>
          <a:r>
            <a:rPr lang="en-US" sz="1800" kern="1200">
              <a:latin typeface="Aptos" panose="020B0004020202020204"/>
              <a:ea typeface="+mn-ea"/>
              <a:cs typeface="+mn-cs"/>
            </a:rPr>
            <a:t> doc and presentation</a:t>
          </a:r>
        </a:p>
      </dsp:txBody>
      <dsp:txXfrm>
        <a:off x="4340401" y="1037664"/>
        <a:ext cx="3091095" cy="1919256"/>
      </dsp:txXfrm>
    </dsp:sp>
    <dsp:sp modelId="{B70CB33C-A58D-41AA-804B-F2348880661C}">
      <dsp:nvSpPr>
        <dsp:cNvPr id="0" name=""/>
        <dsp:cNvSpPr/>
      </dsp:nvSpPr>
      <dsp:spPr>
        <a:xfrm>
          <a:off x="7847932" y="639065"/>
          <a:ext cx="3210517" cy="203867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48201-32D2-4D36-9553-860079FAFA2A}">
      <dsp:nvSpPr>
        <dsp:cNvPr id="0" name=""/>
        <dsp:cNvSpPr/>
      </dsp:nvSpPr>
      <dsp:spPr>
        <a:xfrm>
          <a:off x="8204656" y="977953"/>
          <a:ext cx="3210517" cy="203867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ptos" panose="020B0004020202020204"/>
              <a:ea typeface="+mn-ea"/>
              <a:cs typeface="+mn-cs"/>
            </a:rPr>
            <a:t>Brody:</a:t>
          </a:r>
          <a:r>
            <a:rPr lang="en-US" sz="1800" kern="1200">
              <a:latin typeface="Aptos" panose="020B0004020202020204"/>
              <a:ea typeface="+mn-ea"/>
              <a:cs typeface="+mn-cs"/>
            </a:rPr>
            <a:t> Worked on the development environment, the initial GUI implementation, a restructure of the repo, and split the GUI into multiple files for better modularity</a:t>
          </a:r>
        </a:p>
      </dsp:txBody>
      <dsp:txXfrm>
        <a:off x="8264367" y="1037664"/>
        <a:ext cx="3091095" cy="19192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E2BA2-1DD2-42B3-8BB2-4A21FEF9F7E3}">
      <dsp:nvSpPr>
        <dsp:cNvPr id="0" name=""/>
        <dsp:cNvSpPr/>
      </dsp:nvSpPr>
      <dsp:spPr>
        <a:xfrm>
          <a:off x="259645" y="1369"/>
          <a:ext cx="4471468" cy="283938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23B77-A3E4-4D0F-82CE-E5CE8D8F6AA1}">
      <dsp:nvSpPr>
        <dsp:cNvPr id="0" name=""/>
        <dsp:cNvSpPr/>
      </dsp:nvSpPr>
      <dsp:spPr>
        <a:xfrm>
          <a:off x="756475" y="473358"/>
          <a:ext cx="4471468" cy="28393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Aptos"/>
              <a:ea typeface="Calibri"/>
              <a:cs typeface="Calibri"/>
            </a:rPr>
            <a:t>Ali:</a:t>
          </a:r>
          <a:r>
            <a:rPr lang="en-US" sz="2300" kern="1200">
              <a:latin typeface="Aptos"/>
              <a:ea typeface="Calibri"/>
              <a:cs typeface="Calibri"/>
            </a:rPr>
            <a:t> </a:t>
          </a:r>
          <a:r>
            <a:rPr lang="en-US" sz="2300" kern="1200">
              <a:latin typeface="Calibri"/>
              <a:ea typeface="Calibri"/>
              <a:cs typeface="Calibri"/>
            </a:rPr>
            <a:t>Focused on first MNE and non-MNE implementations reverse engineering necessary functions, added in "Display Events and Responses" functionality, standardized channel coloring across graph types</a:t>
          </a:r>
        </a:p>
      </dsp:txBody>
      <dsp:txXfrm>
        <a:off x="839638" y="556521"/>
        <a:ext cx="4305142" cy="2673056"/>
      </dsp:txXfrm>
    </dsp:sp>
    <dsp:sp modelId="{272801B0-E766-4400-B60E-89ABD9870723}">
      <dsp:nvSpPr>
        <dsp:cNvPr id="0" name=""/>
        <dsp:cNvSpPr/>
      </dsp:nvSpPr>
      <dsp:spPr>
        <a:xfrm>
          <a:off x="5724774" y="1369"/>
          <a:ext cx="4471468" cy="283938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2CDF3-09E4-4F4D-8B5C-8078E6C02955}">
      <dsp:nvSpPr>
        <dsp:cNvPr id="0" name=""/>
        <dsp:cNvSpPr/>
      </dsp:nvSpPr>
      <dsp:spPr>
        <a:xfrm>
          <a:off x="6221604" y="473358"/>
          <a:ext cx="4471468" cy="28393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Calibri"/>
              <a:ea typeface="Calibri"/>
              <a:cs typeface="Calibri"/>
            </a:rPr>
            <a:t>Will: </a:t>
          </a:r>
          <a:r>
            <a:rPr lang="en-US" sz="2300" kern="1200">
              <a:latin typeface="Calibri"/>
              <a:ea typeface="Calibri"/>
              <a:cs typeface="Calibri"/>
            </a:rPr>
            <a:t>added all channels and topographic map functionality, custom input fields for </a:t>
          </a:r>
          <a:r>
            <a:rPr lang="en-US" sz="2300" kern="1200" err="1">
              <a:latin typeface="Calibri"/>
              <a:ea typeface="Calibri"/>
              <a:cs typeface="Calibri"/>
            </a:rPr>
            <a:t>topograph</a:t>
          </a:r>
          <a:r>
            <a:rPr lang="en-US" sz="2300" kern="1200">
              <a:latin typeface="Calibri"/>
              <a:ea typeface="Calibri"/>
              <a:cs typeface="Calibri"/>
            </a:rPr>
            <a:t>, and robust dark mode theming across layout including graphs, created </a:t>
          </a:r>
          <a:r>
            <a:rPr lang="en-US" sz="2300" kern="1200" err="1">
              <a:latin typeface="Calibri"/>
              <a:ea typeface="Calibri"/>
              <a:cs typeface="Calibri"/>
            </a:rPr>
            <a:t>github</a:t>
          </a:r>
          <a:r>
            <a:rPr lang="en-US" sz="2300" kern="1200">
              <a:latin typeface="Calibri"/>
              <a:ea typeface="Calibri"/>
              <a:cs typeface="Calibri"/>
            </a:rPr>
            <a:t> repo</a:t>
          </a:r>
          <a:endParaRPr lang="en-US" sz="2300" kern="1200">
            <a:latin typeface="Aptos Display"/>
            <a:ea typeface="Calibri"/>
            <a:cs typeface="Calibri"/>
          </a:endParaRPr>
        </a:p>
      </dsp:txBody>
      <dsp:txXfrm>
        <a:off x="6304767" y="556521"/>
        <a:ext cx="4305142" cy="2673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EF388-F3A6-4D86-8B9C-885C1E093406}" type="datetimeFigureOut"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4D0D-71CE-4686-BE9C-E442908F09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0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github.com/wrmulhern/CS495-EEG-Based-Error-Potentials.git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aliburkemper12.github.io/Capstone-Project-Site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861657-225E-70B8-65F8-CDCF9454F702}"/>
              </a:ext>
            </a:extLst>
          </p:cNvPr>
          <p:cNvSpPr/>
          <p:nvPr/>
        </p:nvSpPr>
        <p:spPr>
          <a:xfrm>
            <a:off x="627380" y="3738880"/>
            <a:ext cx="10934700" cy="29083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3663413"/>
            <a:ext cx="10506456" cy="1485514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EEG-Based Error Related Potentials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5357897"/>
            <a:ext cx="10506456" cy="9283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Site</a:t>
            </a:r>
          </a:p>
          <a:p>
            <a:r>
              <a:rPr lang="en-US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 descr="A person wearing glasses and a purple jacket&#10;&#10;AI-generated content may be incorrect.">
            <a:extLst>
              <a:ext uri="{FF2B5EF4-FFF2-40B4-BE49-F238E27FC236}">
                <a16:creationId xmlns:a16="http://schemas.microsoft.com/office/drawing/2014/main" id="{4DC6A1E1-87BB-B0EB-5166-F935FDE7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56" r="9534" b="18412"/>
          <a:stretch>
            <a:fillRect/>
          </a:stretch>
        </p:blipFill>
        <p:spPr>
          <a:xfrm>
            <a:off x="184558" y="187900"/>
            <a:ext cx="2255791" cy="2574286"/>
          </a:xfrm>
          <a:prstGeom prst="rect">
            <a:avLst/>
          </a:prstGeom>
        </p:spPr>
      </p:pic>
      <p:pic>
        <p:nvPicPr>
          <p:cNvPr id="13" name="Picture 12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40CDFFFA-4C1F-FB3C-5291-68B4CF8EFB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78" r="5057" b="19964"/>
          <a:stretch>
            <a:fillRect/>
          </a:stretch>
        </p:blipFill>
        <p:spPr>
          <a:xfrm>
            <a:off x="2575696" y="187900"/>
            <a:ext cx="2253277" cy="2525308"/>
          </a:xfrm>
          <a:prstGeom prst="rect">
            <a:avLst/>
          </a:prstGeom>
        </p:spPr>
      </p:pic>
      <p:pic>
        <p:nvPicPr>
          <p:cNvPr id="9" name="Picture 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35BBFE46-9112-51A3-AA7C-19250FC177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045" r="6741" b="20289"/>
          <a:stretch>
            <a:fillRect/>
          </a:stretch>
        </p:blipFill>
        <p:spPr>
          <a:xfrm>
            <a:off x="4966833" y="187900"/>
            <a:ext cx="2258945" cy="2515053"/>
          </a:xfrm>
          <a:prstGeom prst="rect">
            <a:avLst/>
          </a:prstGeom>
        </p:spPr>
      </p:pic>
      <p:pic>
        <p:nvPicPr>
          <p:cNvPr id="7" name="Picture 6" descr="A person smiling in a circle&#10;&#10;AI-generated content may be incorrect.">
            <a:extLst>
              <a:ext uri="{FF2B5EF4-FFF2-40B4-BE49-F238E27FC236}">
                <a16:creationId xmlns:a16="http://schemas.microsoft.com/office/drawing/2014/main" id="{5A699F53-078F-43E1-3417-77075B1AD6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341" r="13144" b="19747"/>
          <a:stretch>
            <a:fillRect/>
          </a:stretch>
        </p:blipFill>
        <p:spPr>
          <a:xfrm>
            <a:off x="7357971" y="187900"/>
            <a:ext cx="2258734" cy="2532091"/>
          </a:xfrm>
          <a:prstGeom prst="rect">
            <a:avLst/>
          </a:prstGeom>
        </p:spPr>
      </p:pic>
      <p:pic>
        <p:nvPicPr>
          <p:cNvPr id="6" name="Picture 5" descr="A person with long hair wearing a grey jacket&#10;&#10;AI-generated content may be incorrect.">
            <a:extLst>
              <a:ext uri="{FF2B5EF4-FFF2-40B4-BE49-F238E27FC236}">
                <a16:creationId xmlns:a16="http://schemas.microsoft.com/office/drawing/2014/main" id="{058E3ACE-BFDD-21CC-6FFF-6C592AFC3FF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434" r="16803" b="21516"/>
          <a:stretch>
            <a:fillRect/>
          </a:stretch>
        </p:blipFill>
        <p:spPr>
          <a:xfrm>
            <a:off x="9749109" y="187900"/>
            <a:ext cx="2257921" cy="24763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A414C4-4A08-5214-57B0-4AE2F0AB1226}"/>
              </a:ext>
            </a:extLst>
          </p:cNvPr>
          <p:cNvSpPr txBox="1"/>
          <p:nvPr/>
        </p:nvSpPr>
        <p:spPr>
          <a:xfrm>
            <a:off x="276315" y="2720186"/>
            <a:ext cx="12408675" cy="466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Sophia </a:t>
            </a:r>
            <a:r>
              <a:rPr lang="en-US" sz="2400" err="1"/>
              <a:t>Kyemba</a:t>
            </a:r>
            <a:r>
              <a:rPr lang="en-US" sz="2400"/>
              <a:t>   Alexander Steffey       Will Mulhern          Brody Greene          Ali Burkemper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152F9-2766-73C5-0E5A-03F07B77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38E06D4-504F-F960-4AC1-97171A742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64E6B85-4B73-F5E5-1F6C-9E32A3EB1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4626FA-13DD-6D0E-FD09-2B4F9DD6E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2898EB-4221-040F-9264-40ED09593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473888-79C8-B025-921F-6AAD52E5E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BB1EF2-AF14-E986-668A-53F7811ED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472F77-36E5-A027-383A-8AACDF1CF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4EF63-274A-9358-E55D-79C9AAF7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54B66-1A9C-BA3B-08BC-8D1DB1E06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1782" y="1003955"/>
            <a:ext cx="6900905" cy="221894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2200"/>
          </a:p>
          <a:p>
            <a:pPr lvl="1"/>
            <a:r>
              <a:rPr lang="en-US" sz="2200"/>
              <a:t>Current applications are </a:t>
            </a:r>
            <a:r>
              <a:rPr lang="en-US" sz="2200" b="1">
                <a:solidFill>
                  <a:srgbClr val="FF0000"/>
                </a:solidFill>
              </a:rPr>
              <a:t>not</a:t>
            </a:r>
            <a:r>
              <a:rPr lang="en-US" sz="2200" b="1"/>
              <a:t> </a:t>
            </a:r>
            <a:r>
              <a:rPr lang="en-US" sz="2200"/>
              <a:t>low-cost</a:t>
            </a:r>
          </a:p>
          <a:p>
            <a:pPr marL="1485900" lvl="2" indent="-342900">
              <a:buFont typeface="Wingdings" panose="020B0604020202020204" pitchFamily="34" charset="0"/>
              <a:buChar char="§"/>
            </a:pPr>
            <a:r>
              <a:rPr lang="en-US" sz="2200"/>
              <a:t>Require MATLAB</a:t>
            </a:r>
          </a:p>
          <a:p>
            <a:pPr marL="1485900" lvl="2" indent="-342900">
              <a:buFont typeface="Wingdings" panose="020B0604020202020204" pitchFamily="34" charset="0"/>
              <a:buChar char="§"/>
            </a:pPr>
            <a:r>
              <a:rPr lang="en-US" sz="2200"/>
              <a:t>Require bulky libraries</a:t>
            </a:r>
          </a:p>
          <a:p>
            <a:pPr marL="1485900" lvl="2" indent="-342900">
              <a:buFont typeface="Wingdings" panose="020B0604020202020204" pitchFamily="34" charset="0"/>
              <a:buChar char="§"/>
            </a:pPr>
            <a:r>
              <a:rPr lang="en-US" sz="2200"/>
              <a:t>Not intuitive for new users</a:t>
            </a:r>
          </a:p>
          <a:p>
            <a:pPr lvl="1" indent="0">
              <a:buNone/>
            </a:pPr>
            <a:endParaRPr lang="en-US" sz="2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C8351-C100-3989-527F-9DF52A10DA9E}"/>
              </a:ext>
            </a:extLst>
          </p:cNvPr>
          <p:cNvSpPr txBox="1"/>
          <p:nvPr/>
        </p:nvSpPr>
        <p:spPr>
          <a:xfrm>
            <a:off x="4681802" y="3145241"/>
            <a:ext cx="6828950" cy="31213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500"/>
              </a:spcBef>
            </a:pPr>
            <a:endParaRPr lang="en-US" sz="2200"/>
          </a:p>
          <a:p>
            <a:pPr marL="914400" lvl="1" indent="-457200">
              <a:spcBef>
                <a:spcPts val="500"/>
              </a:spcBef>
              <a:buAutoNum type="arabicPeriod"/>
            </a:pPr>
            <a:r>
              <a:rPr lang="en-US" sz="2200"/>
              <a:t>Run as a native application without bulky dependencies</a:t>
            </a:r>
          </a:p>
          <a:p>
            <a:pPr marL="914400" lvl="1" indent="-457200">
              <a:spcBef>
                <a:spcPts val="500"/>
              </a:spcBef>
              <a:buAutoNum type="arabicPeriod"/>
            </a:pPr>
            <a:r>
              <a:rPr lang="en-US" sz="2200"/>
              <a:t>Take in EEG datasets</a:t>
            </a:r>
          </a:p>
          <a:p>
            <a:pPr marL="1371600" lvl="2" indent="-457200">
              <a:spcBef>
                <a:spcPts val="500"/>
              </a:spcBef>
              <a:buFont typeface="Arial"/>
              <a:buChar char="•"/>
            </a:pPr>
            <a:r>
              <a:rPr lang="en-US" sz="2200"/>
              <a:t>With ability to run a Flanker task to generate a dataset locally</a:t>
            </a:r>
          </a:p>
          <a:p>
            <a:pPr marL="914400" lvl="1" indent="-457200">
              <a:spcBef>
                <a:spcPts val="500"/>
              </a:spcBef>
              <a:buAutoNum type="arabicPeriod"/>
            </a:pPr>
            <a:r>
              <a:rPr lang="en-US" sz="2200"/>
              <a:t>Process EEG data (averaging, </a:t>
            </a:r>
            <a:r>
              <a:rPr lang="en-US" sz="2200" err="1"/>
              <a:t>epoching</a:t>
            </a:r>
            <a:r>
              <a:rPr lang="en-US" sz="2200"/>
              <a:t>, </a:t>
            </a:r>
            <a:r>
              <a:rPr lang="en-US" sz="2200" err="1"/>
              <a:t>etc</a:t>
            </a:r>
            <a:r>
              <a:rPr lang="en-US" sz="2200"/>
              <a:t>)</a:t>
            </a:r>
          </a:p>
          <a:p>
            <a:pPr marL="914400" lvl="1" indent="-457200">
              <a:spcBef>
                <a:spcPts val="500"/>
              </a:spcBef>
              <a:buAutoNum type="arabicPeriod"/>
            </a:pPr>
            <a:r>
              <a:rPr lang="en-US" sz="2200"/>
              <a:t>Create data visualizations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D5215-E30A-1A25-7A5E-F97B9C2920E9}"/>
              </a:ext>
            </a:extLst>
          </p:cNvPr>
          <p:cNvSpPr txBox="1"/>
          <p:nvPr/>
        </p:nvSpPr>
        <p:spPr>
          <a:xfrm>
            <a:off x="4682924" y="3057646"/>
            <a:ext cx="45276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Main Features: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FB578-8D91-46F9-4AE0-680ACC525D86}"/>
              </a:ext>
            </a:extLst>
          </p:cNvPr>
          <p:cNvSpPr txBox="1"/>
          <p:nvPr/>
        </p:nvSpPr>
        <p:spPr>
          <a:xfrm>
            <a:off x="4682923" y="371355"/>
            <a:ext cx="706441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Creating a Low-Cost </a:t>
            </a:r>
            <a:r>
              <a:rPr lang="en-US" sz="2800" b="1" err="1"/>
              <a:t>ErrP</a:t>
            </a:r>
            <a:r>
              <a:rPr lang="en-US" sz="2800" b="1"/>
              <a:t> Validation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3903605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973BF-F6B9-B2E8-742A-01B3BE9F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D1AAD-ECAF-0E1A-CEE9-02E51CD43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/>
              <a:t>The Starting Point</a:t>
            </a:r>
            <a:endParaRPr lang="en-US"/>
          </a:p>
          <a:p>
            <a:pPr>
              <a:lnSpc>
                <a:spcPct val="120000"/>
              </a:lnSpc>
            </a:pPr>
            <a:r>
              <a:rPr lang="en-US" sz="2000"/>
              <a:t>Our main goal for Sprint 1 was to build a program that can </a:t>
            </a:r>
            <a:r>
              <a:rPr lang="en-US" sz="2000" i="1"/>
              <a:t>define, detect</a:t>
            </a:r>
            <a:r>
              <a:rPr lang="en-US" sz="2000"/>
              <a:t>, and </a:t>
            </a:r>
            <a:r>
              <a:rPr lang="en-US" sz="2000" i="1"/>
              <a:t>visualize</a:t>
            </a:r>
            <a:r>
              <a:rPr lang="en-US" sz="2000"/>
              <a:t> </a:t>
            </a:r>
            <a:r>
              <a:rPr lang="en-US" sz="2000" err="1"/>
              <a:t>ErrPs</a:t>
            </a:r>
            <a:r>
              <a:rPr lang="en-US" sz="2000"/>
              <a:t> from .set files</a:t>
            </a:r>
            <a:endParaRPr lang="en-US"/>
          </a:p>
          <a:p>
            <a:pPr lvl="1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en-US" sz="2000"/>
              <a:t>The goal was to build this using open-source MNE-Python code</a:t>
            </a:r>
          </a:p>
          <a:p>
            <a:pPr>
              <a:lnSpc>
                <a:spcPct val="120000"/>
              </a:lnSpc>
            </a:pPr>
            <a:r>
              <a:rPr lang="en-US" sz="2000"/>
              <a:t>We first had to understand the MNE code, so a preliminary goal was completing tutorials and watching videos that explained it</a:t>
            </a:r>
          </a:p>
          <a:p>
            <a:pPr>
              <a:lnSpc>
                <a:spcPct val="120000"/>
              </a:lnSpc>
            </a:pPr>
            <a:r>
              <a:rPr lang="en-US" sz="2000"/>
              <a:t>Our final goal was to build a GUI</a:t>
            </a:r>
            <a:r>
              <a:rPr lang="en-US" sz="2000" i="1"/>
              <a:t> </a:t>
            </a:r>
            <a:r>
              <a:rPr lang="en-US" sz="2000"/>
              <a:t>that provides a simple interface</a:t>
            </a:r>
          </a:p>
          <a:p>
            <a:pPr lvl="1">
              <a:lnSpc>
                <a:spcPct val="120000"/>
              </a:lnSpc>
              <a:buFont typeface="Wingdings" panose="020B0604020202020204" pitchFamily="34" charset="0"/>
              <a:buChar char="§"/>
            </a:pPr>
            <a:r>
              <a:rPr lang="en-US" sz="2000"/>
              <a:t>We developed visualization implementations for time-series and topographic maps of EEG data</a:t>
            </a:r>
          </a:p>
        </p:txBody>
      </p:sp>
    </p:spTree>
    <p:extLst>
      <p:ext uri="{BB962C8B-B14F-4D97-AF65-F5344CB8AC3E}">
        <p14:creationId xmlns:p14="http://schemas.microsoft.com/office/powerpoint/2010/main" val="423037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1F616-DACF-B578-15F1-F6C64A60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Sprint Achievements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8779A6-BBCE-D4E3-83D6-9357435FF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85337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Graphic 9" descr="Badge 1 with solid fill">
            <a:extLst>
              <a:ext uri="{FF2B5EF4-FFF2-40B4-BE49-F238E27FC236}">
                <a16:creationId xmlns:a16="http://schemas.microsoft.com/office/drawing/2014/main" id="{7F0987AC-EA8F-1B28-64B9-30453C6F3F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774" y="2513636"/>
            <a:ext cx="914400" cy="914400"/>
          </a:xfrm>
          <a:prstGeom prst="rect">
            <a:avLst/>
          </a:prstGeom>
        </p:spPr>
      </p:pic>
      <p:pic>
        <p:nvPicPr>
          <p:cNvPr id="19" name="Graphic 18" descr="Badge with solid fill">
            <a:extLst>
              <a:ext uri="{FF2B5EF4-FFF2-40B4-BE49-F238E27FC236}">
                <a16:creationId xmlns:a16="http://schemas.microsoft.com/office/drawing/2014/main" id="{7F560FA9-C34A-7BF9-09DB-98A12A260C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1648" y="25136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9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9FBA1-A306-0705-B66B-9AC5C198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F450-A110-4DE2-A424-42FC0CAC3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Sponsor Feedback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54B93A-E8DA-6348-0D9D-42F36A037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2563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267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rgbClr val="1E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E9BCF-8474-C7EE-F2E7-668C9C590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</a:rPr>
              <a:t>Backlogs</a:t>
            </a:r>
            <a:endParaRPr lang="en-US" sz="3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44C993-7364-7181-7AE1-A169FDAE8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8791" y="1580480"/>
            <a:ext cx="9268281" cy="50435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D0835B-4E7D-E3F6-B707-BCB0EC215620}"/>
              </a:ext>
            </a:extLst>
          </p:cNvPr>
          <p:cNvSpPr txBox="1"/>
          <p:nvPr/>
        </p:nvSpPr>
        <p:spPr>
          <a:xfrm>
            <a:off x="38319" y="2193440"/>
            <a:ext cx="272719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>
                <a:latin typeface="Aptos"/>
                <a:cs typeface="Arial"/>
              </a:rPr>
              <a:t>Goals</a:t>
            </a:r>
            <a:endParaRPr lang="en-US" sz="24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ptos"/>
                <a:cs typeface="Arial"/>
              </a:rPr>
              <a:t>Complete MNE tutorials on working with continuous data</a:t>
            </a:r>
            <a:endParaRPr lang="en-US" sz="20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ptos"/>
                <a:cs typeface="Arial"/>
              </a:rPr>
              <a:t>Build non-MNE interface for defining, detecting, and visualizing </a:t>
            </a:r>
            <a:r>
              <a:rPr lang="en-US" sz="2000" err="1">
                <a:latin typeface="Aptos"/>
                <a:cs typeface="Arial"/>
              </a:rPr>
              <a:t>ErrPs</a:t>
            </a:r>
            <a:r>
              <a:rPr lang="en-US" sz="2000">
                <a:latin typeface="Aptos"/>
                <a:cs typeface="Arial"/>
              </a:rPr>
              <a:t> in .set files</a:t>
            </a:r>
            <a:endParaRPr lang="en-US" sz="20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Aptos"/>
                <a:cs typeface="Arial"/>
              </a:rPr>
              <a:t>Build GUI</a:t>
            </a:r>
            <a:endParaRPr lang="en-US" sz="2000">
              <a:latin typeface="Aptos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9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86D1F-E30C-86D8-618C-2AD9599E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69584-D4D1-8CC7-365E-3B65CD51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Cyber Planning for New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0F8C66-889D-803B-5526-1CF7E8150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161872"/>
              </p:ext>
            </p:extLst>
          </p:nvPr>
        </p:nvGraphicFramePr>
        <p:xfrm>
          <a:off x="255281" y="1853396"/>
          <a:ext cx="11679460" cy="4705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444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DBEE7-26DA-F672-10F2-1D6006EB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Next Steps &amp; Lessons</a:t>
            </a:r>
            <a:endParaRPr lang="en-US" sz="4000" kern="1200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6FBF409-E4E7-CB12-92FA-85D19DFC9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1856361"/>
              </p:ext>
            </p:extLst>
          </p:nvPr>
        </p:nvGraphicFramePr>
        <p:xfrm>
          <a:off x="-247535" y="1692702"/>
          <a:ext cx="13079052" cy="5385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617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C617B-85F4-A61B-8AA8-E510BEED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Member Contributions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8C3C6A-6B1C-72BB-6FF6-FCDE6353C5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0826099"/>
              </p:ext>
            </p:extLst>
          </p:nvPr>
        </p:nvGraphicFramePr>
        <p:xfrm>
          <a:off x="386235" y="2618377"/>
          <a:ext cx="11415174" cy="3655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517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04E9E-F579-1BFB-7BE9-17DFE02F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3425E2-1E38-EDD8-C05E-0DB240EEC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4772AB-ED94-1F62-695E-756F95EB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6720B1-3D7C-0DDE-6922-6733A6D3D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3C3C88-511C-B2B9-AE80-87767337D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3CF8D0-EA54-3CDB-B36E-3B17E9E05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003D269-0D57-80FA-FEE4-0D151E307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51E86-6881-BD38-B9D5-E411F1FF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Member Contributions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437C35-C567-F1C9-40C2-98BFEDC85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0599F5-1178-641A-7898-141FB310D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984051"/>
              </p:ext>
            </p:extLst>
          </p:nvPr>
        </p:nvGraphicFramePr>
        <p:xfrm>
          <a:off x="612208" y="2844349"/>
          <a:ext cx="10952719" cy="3314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7733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D52EF-25BF-639C-F4C6-C807EC972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AI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Assistance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ADCFF9C-9D7C-F33F-9609-E5AD00288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>
                <a:ea typeface="+mn-lt"/>
                <a:cs typeface="+mn-lt"/>
              </a:rPr>
              <a:t>MNE and EEG Tutorials: ChatGPT </a:t>
            </a:r>
            <a:r>
              <a:rPr lang="en-US" sz="2000">
                <a:ea typeface="+mn-lt"/>
                <a:cs typeface="+mn-lt"/>
              </a:rPr>
              <a:t>was helpful to expand upon and walk through provided tutorials, getting a better understanding of how EEG data behaves</a:t>
            </a:r>
            <a:endParaRPr lang="en-US"/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b="1">
                <a:ea typeface="+mn-lt"/>
                <a:cs typeface="+mn-lt"/>
              </a:rPr>
              <a:t>Code Analysis &amp; Reverse Engineering</a:t>
            </a:r>
            <a:r>
              <a:rPr lang="en-US" sz="2000">
                <a:ea typeface="+mn-lt"/>
                <a:cs typeface="+mn-lt"/>
              </a:rPr>
              <a:t>: </a:t>
            </a:r>
            <a:r>
              <a:rPr lang="en-US" sz="2000" b="1">
                <a:ea typeface="+mn-lt"/>
                <a:cs typeface="+mn-lt"/>
              </a:rPr>
              <a:t>Claude </a:t>
            </a:r>
            <a:r>
              <a:rPr lang="en-US" sz="2000">
                <a:ea typeface="+mn-lt"/>
                <a:cs typeface="+mn-lt"/>
              </a:rPr>
              <a:t>parsed MNE open-source library to extract core functionality for EEG file loading and processing without dependencies</a:t>
            </a:r>
            <a:endParaRPr lang="en-US" sz="2000"/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b="1">
                <a:ea typeface="+mn-lt"/>
                <a:cs typeface="+mn-lt"/>
              </a:rPr>
              <a:t>GUI Prototyping &amp; Support</a:t>
            </a:r>
            <a:r>
              <a:rPr lang="en-US" sz="2000">
                <a:ea typeface="+mn-lt"/>
                <a:cs typeface="+mn-lt"/>
              </a:rPr>
              <a:t>: </a:t>
            </a:r>
            <a:r>
              <a:rPr lang="en-US" sz="2000" b="1">
                <a:ea typeface="+mn-lt"/>
                <a:cs typeface="+mn-lt"/>
              </a:rPr>
              <a:t>ChatGPT </a:t>
            </a:r>
            <a:r>
              <a:rPr lang="en-US" sz="2000">
                <a:ea typeface="+mn-lt"/>
                <a:cs typeface="+mn-lt"/>
              </a:rPr>
              <a:t>generated initial PyQt5 GUI structure and was helpful for debugging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40801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3CF9D-3B25-B6F4-4822-0D70ECD2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69" y="1662814"/>
            <a:ext cx="939179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429894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0A94F-0505-D8EC-488F-0619D485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4676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EEG-Based Error Related Potentials</vt:lpstr>
      <vt:lpstr>Project  Focus</vt:lpstr>
      <vt:lpstr>Goals</vt:lpstr>
      <vt:lpstr>Sprint Achievements</vt:lpstr>
      <vt:lpstr>Sponsor Feedback</vt:lpstr>
      <vt:lpstr>Backlogs</vt:lpstr>
      <vt:lpstr>Cyber Planning for New Data</vt:lpstr>
      <vt:lpstr>Next Steps &amp; Lessons</vt:lpstr>
      <vt:lpstr>Member Contributions</vt:lpstr>
      <vt:lpstr>Member Contributions</vt:lpstr>
      <vt:lpstr>AI Assistance</vt:lpstr>
      <vt:lpstr>Live 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2026-02-20T21:35:34Z</dcterms:created>
  <dcterms:modified xsi:type="dcterms:W3CDTF">2026-02-24T19:20:27Z</dcterms:modified>
</cp:coreProperties>
</file>