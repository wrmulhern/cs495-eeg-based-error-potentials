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8" r:id="rId2"/>
    <p:sldId id="275" r:id="rId3"/>
    <p:sldId id="271" r:id="rId4"/>
    <p:sldId id="259" r:id="rId5"/>
    <p:sldId id="276" r:id="rId6"/>
    <p:sldId id="273" r:id="rId7"/>
    <p:sldId id="274" r:id="rId8"/>
    <p:sldId id="277" r:id="rId9"/>
    <p:sldId id="262" r:id="rId10"/>
    <p:sldId id="278" r:id="rId11"/>
    <p:sldId id="28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253A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60AC4-B2EC-A242-46B3-F8017CEABA55}" v="94" dt="2026-03-24T03:41:05.132"/>
    <p1510:client id="{2BA53D28-7A4E-1D3D-D5ED-1F9DBC6837A4}" v="70" dt="2026-03-24T17:03:43.199"/>
    <p1510:client id="{2C727FF3-43E6-3B6A-6C98-826A34E35B6C}" v="345" dt="2026-03-23T23:21:36.090"/>
    <p1510:client id="{3116558A-6B9C-18AD-3980-E322716011A9}" v="61" dt="2026-03-24T03:20:38.400"/>
    <p1510:client id="{4786AD15-2F21-98A4-B15F-7E633376FF41}" v="819" dt="2026-03-24T16:40:21.693"/>
    <p1510:client id="{8806259D-CDAF-02C7-4A95-40856CE7D387}" v="164" dt="2026-03-24T02:57:33.829"/>
    <p1510:client id="{8FD40191-05E8-BEC6-CEC7-7925A571F83C}" v="1" dt="2026-03-23T03:42:31.164"/>
    <p1510:client id="{9B2A9575-3472-A4FC-0E4B-E3650C105867}" v="328" dt="2026-03-23T23:23:53.337"/>
    <p1510:client id="{B1258887-730A-826C-337A-40575E161FF0}" v="279" dt="2026-03-22T22:14:31.928"/>
    <p1510:client id="{CC04982F-782B-E584-F0FC-EBACA406E00C}" v="157" dt="2026-03-24T17:31:00.655"/>
    <p1510:client id="{CE225E96-EA06-7735-44B7-8A264EE4B65E}" v="71" dt="2026-03-23T19:30:00.232"/>
    <p1510:client id="{D24C9836-0063-8270-8110-36590D169D58}" v="7" dt="2026-03-23T19:59:28.054"/>
    <p1510:client id="{F9362A7D-4EA3-DE39-0FB2-5B2BF10C4B6D}" v="57" dt="2026-03-24T17:00:48.516"/>
    <p1510:client id="{FDE27958-34E8-C6A5-5C03-508441570B97}" v="377" dt="2026-03-23T23:07:00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6B0D952-F225-48EC-BA01-90D4EA532352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800" b="0">
              <a:solidFill>
                <a:srgbClr val="000000"/>
              </a:solidFill>
              <a:latin typeface="Aptos" panose="020B0004020202020204"/>
              <a:ea typeface="+mn-ea"/>
              <a:cs typeface="+mn-cs"/>
            </a:rPr>
            <a:t>Current applications are not low-cost, require bulky libraries or MATLAB, and are not intuitive for new users</a:t>
          </a:r>
        </a:p>
      </dgm:t>
    </dgm:pt>
    <dgm:pt modelId="{C585967F-0FAB-4750-A077-ACD586858B19}" type="parTrans" cxnId="{9C72D04B-435D-412F-80A9-7BD03B53817F}">
      <dgm:prSet/>
      <dgm:spPr/>
    </dgm:pt>
    <dgm:pt modelId="{C8FCB437-9624-465B-BDB2-4F517CB4BC59}" type="sibTrans" cxnId="{9C72D04B-435D-412F-80A9-7BD03B53817F}">
      <dgm:prSet/>
      <dgm:spPr/>
    </dgm:pt>
    <dgm:pt modelId="{67C14656-724D-40E9-8962-106E148613B7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800" b="0">
              <a:latin typeface="Aptos"/>
              <a:ea typeface="Calibri"/>
              <a:cs typeface="Calibri"/>
            </a:rPr>
            <a:t>Our application will run natively, rely on few dependencies, and provide a pipeline to process and visualize </a:t>
          </a:r>
          <a:r>
            <a:rPr lang="en-US" sz="2800" b="0" err="1">
              <a:latin typeface="Aptos"/>
              <a:ea typeface="Calibri"/>
              <a:cs typeface="Calibri"/>
            </a:rPr>
            <a:t>ErrP's</a:t>
          </a:r>
          <a:endParaRPr lang="en-US" sz="2800" b="0" err="1">
            <a:latin typeface="Aptos" panose="020B0004020202020204"/>
            <a:ea typeface="+mn-ea"/>
            <a:cs typeface="+mn-cs"/>
          </a:endParaRPr>
        </a:p>
      </dgm:t>
    </dgm:pt>
    <dgm:pt modelId="{E8EF0FEC-F509-4E29-A97A-9D3C9B473D78}" type="parTrans" cxnId="{6D8C8E54-B498-4BA6-B3F6-4B8D1B9A21EC}">
      <dgm:prSet/>
      <dgm:spPr/>
    </dgm:pt>
    <dgm:pt modelId="{93ECC34B-DE8F-4F35-9BD3-C6C445D714E5}" type="sibTrans" cxnId="{6D8C8E54-B498-4BA6-B3F6-4B8D1B9A21EC}">
      <dgm:prSet/>
      <dgm:spPr/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693F84F-A616-4CC8-8FD2-942DD7525790}" type="pres">
      <dgm:prSet presAssocID="{66B0D952-F225-48EC-BA01-90D4EA532352}" presName="hierRoot1" presStyleCnt="0"/>
      <dgm:spPr/>
    </dgm:pt>
    <dgm:pt modelId="{E6BA2D87-8E08-4D18-AFC8-085C5DDF9541}" type="pres">
      <dgm:prSet presAssocID="{66B0D952-F225-48EC-BA01-90D4EA532352}" presName="composite" presStyleCnt="0"/>
      <dgm:spPr/>
    </dgm:pt>
    <dgm:pt modelId="{EF36FF8C-4C0A-4EC4-9C47-4A8B165EAA94}" type="pres">
      <dgm:prSet presAssocID="{66B0D952-F225-48EC-BA01-90D4EA532352}" presName="background" presStyleLbl="node0" presStyleIdx="0" presStyleCnt="2"/>
      <dgm:spPr/>
    </dgm:pt>
    <dgm:pt modelId="{A7E07762-2A6D-4984-A5EC-5A25CBBFA323}" type="pres">
      <dgm:prSet presAssocID="{66B0D952-F225-48EC-BA01-90D4EA532352}" presName="text" presStyleLbl="fgAcc0" presStyleIdx="0" presStyleCnt="2">
        <dgm:presLayoutVars>
          <dgm:chPref val="3"/>
        </dgm:presLayoutVars>
      </dgm:prSet>
      <dgm:spPr/>
    </dgm:pt>
    <dgm:pt modelId="{7ACDE499-6901-4C62-967C-2F49BE274A24}" type="pres">
      <dgm:prSet presAssocID="{66B0D952-F225-48EC-BA01-90D4EA532352}" presName="hierChild2" presStyleCnt="0"/>
      <dgm:spPr/>
    </dgm:pt>
    <dgm:pt modelId="{68DD0FD8-210F-46B4-8675-9B36D6D22B7A}" type="pres">
      <dgm:prSet presAssocID="{67C14656-724D-40E9-8962-106E148613B7}" presName="hierRoot1" presStyleCnt="0"/>
      <dgm:spPr/>
    </dgm:pt>
    <dgm:pt modelId="{D15A005B-7F3A-44D0-B818-8BE81CCA87FE}" type="pres">
      <dgm:prSet presAssocID="{67C14656-724D-40E9-8962-106E148613B7}" presName="composite" presStyleCnt="0"/>
      <dgm:spPr/>
    </dgm:pt>
    <dgm:pt modelId="{34EC08CB-F3EC-4068-A44D-24BB034291BB}" type="pres">
      <dgm:prSet presAssocID="{67C14656-724D-40E9-8962-106E148613B7}" presName="background" presStyleLbl="node0" presStyleIdx="1" presStyleCnt="2"/>
      <dgm:spPr/>
    </dgm:pt>
    <dgm:pt modelId="{199EFE81-19F4-41E8-A085-F688BEB820A5}" type="pres">
      <dgm:prSet presAssocID="{67C14656-724D-40E9-8962-106E148613B7}" presName="text" presStyleLbl="fgAcc0" presStyleIdx="1" presStyleCnt="2">
        <dgm:presLayoutVars>
          <dgm:chPref val="3"/>
        </dgm:presLayoutVars>
      </dgm:prSet>
      <dgm:spPr/>
    </dgm:pt>
    <dgm:pt modelId="{A03E565D-70F0-4861-AE0F-85D7D9C49690}" type="pres">
      <dgm:prSet presAssocID="{67C14656-724D-40E9-8962-106E148613B7}" presName="hierChild2" presStyleCnt="0"/>
      <dgm:spPr/>
    </dgm:pt>
  </dgm:ptLst>
  <dgm:cxnLst>
    <dgm:cxn modelId="{9C72D04B-435D-412F-80A9-7BD03B53817F}" srcId="{77C797B7-5F0C-437B-94BF-BD54A790D260}" destId="{66B0D952-F225-48EC-BA01-90D4EA532352}" srcOrd="0" destOrd="0" parTransId="{C585967F-0FAB-4750-A077-ACD586858B19}" sibTransId="{C8FCB437-9624-465B-BDB2-4F517CB4BC59}"/>
    <dgm:cxn modelId="{E9DA634D-DD26-4D21-9966-69EA40B159F5}" type="presOf" srcId="{67C14656-724D-40E9-8962-106E148613B7}" destId="{199EFE81-19F4-41E8-A085-F688BEB820A5}" srcOrd="0" destOrd="0" presId="urn:microsoft.com/office/officeart/2005/8/layout/hierarchy1"/>
    <dgm:cxn modelId="{6D8C8E54-B498-4BA6-B3F6-4B8D1B9A21EC}" srcId="{77C797B7-5F0C-437B-94BF-BD54A790D260}" destId="{67C14656-724D-40E9-8962-106E148613B7}" srcOrd="1" destOrd="0" parTransId="{E8EF0FEC-F509-4E29-A97A-9D3C9B473D78}" sibTransId="{93ECC34B-DE8F-4F35-9BD3-C6C445D714E5}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FBE3C6A5-A8E8-4D31-A09D-0EC4E5B50E9A}" type="presOf" srcId="{66B0D952-F225-48EC-BA01-90D4EA532352}" destId="{A7E07762-2A6D-4984-A5EC-5A25CBBFA323}" srcOrd="0" destOrd="0" presId="urn:microsoft.com/office/officeart/2005/8/layout/hierarchy1"/>
    <dgm:cxn modelId="{B9BC84E4-AD84-4EEF-8F91-7773A65E1FF7}" type="presParOf" srcId="{AA790D61-DF51-4EF4-83C7-10EC6F9E1A7A}" destId="{6693F84F-A616-4CC8-8FD2-942DD7525790}" srcOrd="0" destOrd="0" presId="urn:microsoft.com/office/officeart/2005/8/layout/hierarchy1"/>
    <dgm:cxn modelId="{A93E0D7A-3204-4E44-8000-7DD54E82DC93}" type="presParOf" srcId="{6693F84F-A616-4CC8-8FD2-942DD7525790}" destId="{E6BA2D87-8E08-4D18-AFC8-085C5DDF9541}" srcOrd="0" destOrd="0" presId="urn:microsoft.com/office/officeart/2005/8/layout/hierarchy1"/>
    <dgm:cxn modelId="{F1FB997A-45CB-4F5D-80E0-748F44D6AFF2}" type="presParOf" srcId="{E6BA2D87-8E08-4D18-AFC8-085C5DDF9541}" destId="{EF36FF8C-4C0A-4EC4-9C47-4A8B165EAA94}" srcOrd="0" destOrd="0" presId="urn:microsoft.com/office/officeart/2005/8/layout/hierarchy1"/>
    <dgm:cxn modelId="{8781F74C-6AEF-4FD3-AE38-712B01702DB6}" type="presParOf" srcId="{E6BA2D87-8E08-4D18-AFC8-085C5DDF9541}" destId="{A7E07762-2A6D-4984-A5EC-5A25CBBFA323}" srcOrd="1" destOrd="0" presId="urn:microsoft.com/office/officeart/2005/8/layout/hierarchy1"/>
    <dgm:cxn modelId="{38308BE5-7821-4955-8998-D6241653E90E}" type="presParOf" srcId="{6693F84F-A616-4CC8-8FD2-942DD7525790}" destId="{7ACDE499-6901-4C62-967C-2F49BE274A24}" srcOrd="1" destOrd="0" presId="urn:microsoft.com/office/officeart/2005/8/layout/hierarchy1"/>
    <dgm:cxn modelId="{1ACF58D0-2610-4985-94A3-CAFB132DBBFB}" type="presParOf" srcId="{AA790D61-DF51-4EF4-83C7-10EC6F9E1A7A}" destId="{68DD0FD8-210F-46B4-8675-9B36D6D22B7A}" srcOrd="1" destOrd="0" presId="urn:microsoft.com/office/officeart/2005/8/layout/hierarchy1"/>
    <dgm:cxn modelId="{E2723414-9192-40C7-8B07-DBA960E8E925}" type="presParOf" srcId="{68DD0FD8-210F-46B4-8675-9B36D6D22B7A}" destId="{D15A005B-7F3A-44D0-B818-8BE81CCA87FE}" srcOrd="0" destOrd="0" presId="urn:microsoft.com/office/officeart/2005/8/layout/hierarchy1"/>
    <dgm:cxn modelId="{45426231-1A59-49ED-83C9-C6A5996D693E}" type="presParOf" srcId="{D15A005B-7F3A-44D0-B818-8BE81CCA87FE}" destId="{34EC08CB-F3EC-4068-A44D-24BB034291BB}" srcOrd="0" destOrd="0" presId="urn:microsoft.com/office/officeart/2005/8/layout/hierarchy1"/>
    <dgm:cxn modelId="{D7B6A256-8D5E-465A-B5C6-72D636CF3EEC}" type="presParOf" srcId="{D15A005B-7F3A-44D0-B818-8BE81CCA87FE}" destId="{199EFE81-19F4-41E8-A085-F688BEB820A5}" srcOrd="1" destOrd="0" presId="urn:microsoft.com/office/officeart/2005/8/layout/hierarchy1"/>
    <dgm:cxn modelId="{1B763B15-5D02-444F-8824-BEF8AE0B7DA8}" type="presParOf" srcId="{68DD0FD8-210F-46B4-8675-9B36D6D22B7A}" destId="{A03E565D-70F0-4861-AE0F-85D7D9C496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01BA79B-46A5-42BC-A4E6-116B95DEA92F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"/>
              <a:ea typeface="+mn-ea"/>
              <a:cs typeface="+mn-cs"/>
            </a:rPr>
            <a:t>Front End:</a:t>
          </a:r>
          <a:r>
            <a:rPr lang="en-US" sz="2300">
              <a:latin typeface="Aptos"/>
              <a:ea typeface="+mn-ea"/>
              <a:cs typeface="+mn-cs"/>
            </a:rPr>
            <a:t> Added tabs, the ability to save graphs​, the capability to select multiple channels, the parsing of CSVs, and an animated topographic map to the GUI </a:t>
          </a:r>
        </a:p>
      </dgm:t>
    </dgm:pt>
    <dgm:pt modelId="{E7A781B0-E0DD-45E3-934E-8EC65AA9815F}" type="parTrans" cxnId="{A0C9326D-2BDF-4778-8B07-E5B5E800DBC8}">
      <dgm:prSet/>
      <dgm:spPr/>
      <dgm:t>
        <a:bodyPr/>
        <a:lstStyle/>
        <a:p>
          <a:endParaRPr lang="en-US"/>
        </a:p>
      </dgm:t>
    </dgm:pt>
    <dgm:pt modelId="{977A682B-C51A-4191-8094-654597538BC9}" type="sibTrans" cxnId="{A0C9326D-2BDF-4778-8B07-E5B5E800DBC8}">
      <dgm:prSet/>
      <dgm:spPr/>
      <dgm:t>
        <a:bodyPr/>
        <a:lstStyle/>
        <a:p>
          <a:endParaRPr lang="en-US"/>
        </a:p>
      </dgm:t>
    </dgm:pt>
    <dgm:pt modelId="{9C35158B-CFC1-40F2-B390-BD6B128075E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" panose="020B0004020202020204"/>
              <a:ea typeface="+mn-ea"/>
              <a:cs typeface="+mn-cs"/>
            </a:rPr>
            <a:t>Back End:</a:t>
          </a:r>
          <a:r>
            <a:rPr lang="en-US" sz="2300" b="0">
              <a:latin typeface="Aptos" panose="020B0004020202020204"/>
              <a:ea typeface="+mn-ea"/>
              <a:cs typeface="+mn-cs"/>
            </a:rPr>
            <a:t> Added a command line flag to load a dataset directly into the application on start up, set up proper logging and another command line flag to choose log level, created an executable using </a:t>
          </a:r>
          <a:r>
            <a:rPr lang="en-US" sz="2300" b="0" err="1">
              <a:latin typeface="Aptos" panose="020B0004020202020204"/>
              <a:ea typeface="+mn-ea"/>
              <a:cs typeface="+mn-cs"/>
            </a:rPr>
            <a:t>PyInstaller</a:t>
          </a:r>
          <a:r>
            <a:rPr lang="en-US" sz="2300" b="0">
              <a:latin typeface="Aptos" panose="020B0004020202020204"/>
              <a:ea typeface="+mn-ea"/>
              <a:cs typeface="+mn-cs"/>
            </a:rPr>
            <a:t>, and deployed the application on a Cloud VM</a:t>
          </a:r>
          <a:endParaRPr lang="en-US" sz="2300">
            <a:latin typeface="Aptos" panose="020B0004020202020204"/>
            <a:ea typeface="+mn-ea"/>
            <a:cs typeface="+mn-cs"/>
          </a:endParaRPr>
        </a:p>
      </dgm:t>
    </dgm:pt>
    <dgm:pt modelId="{BE3012BB-1E8E-45C2-A085-B2B45BA51560}" type="parTrans" cxnId="{16395A2E-41FE-4B3E-BB6E-18702F6DF554}">
      <dgm:prSet/>
      <dgm:spPr/>
      <dgm:t>
        <a:bodyPr/>
        <a:lstStyle/>
        <a:p>
          <a:endParaRPr lang="en-US"/>
        </a:p>
      </dgm:t>
    </dgm:pt>
    <dgm:pt modelId="{16F83E8C-6294-4993-AD8C-E784F78BBC2C}" type="sibTrans" cxnId="{16395A2E-41FE-4B3E-BB6E-18702F6DF554}">
      <dgm:prSet/>
      <dgm:spPr/>
      <dgm:t>
        <a:bodyPr/>
        <a:lstStyle/>
        <a:p>
          <a:endParaRPr lang="en-US"/>
        </a:p>
      </dgm:t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E7DD39-15DF-4BB3-B033-D503E0EDCEFB}" type="pres">
      <dgm:prSet presAssocID="{A01BA79B-46A5-42BC-A4E6-116B95DEA92F}" presName="hierRoot1" presStyleCnt="0"/>
      <dgm:spPr/>
    </dgm:pt>
    <dgm:pt modelId="{FF3525DC-6640-4BAA-8B2E-18DE7FAF9AF4}" type="pres">
      <dgm:prSet presAssocID="{A01BA79B-46A5-42BC-A4E6-116B95DEA92F}" presName="composite" presStyleCnt="0"/>
      <dgm:spPr/>
    </dgm:pt>
    <dgm:pt modelId="{C8E7E2BD-9D7B-4230-8DE8-4AD848DB3B37}" type="pres">
      <dgm:prSet presAssocID="{A01BA79B-46A5-42BC-A4E6-116B95DEA92F}" presName="background" presStyleLbl="node0" presStyleIdx="0" presStyleCnt="2"/>
      <dgm:spPr/>
    </dgm:pt>
    <dgm:pt modelId="{DE31BE31-F50B-4C80-B190-9B6011E880A3}" type="pres">
      <dgm:prSet presAssocID="{A01BA79B-46A5-42BC-A4E6-116B95DEA92F}" presName="text" presStyleLbl="fgAcc0" presStyleIdx="0" presStyleCnt="2">
        <dgm:presLayoutVars>
          <dgm:chPref val="3"/>
        </dgm:presLayoutVars>
      </dgm:prSet>
      <dgm:spPr/>
    </dgm:pt>
    <dgm:pt modelId="{302A86EB-E49E-4FB5-A31A-F066C7E54925}" type="pres">
      <dgm:prSet presAssocID="{A01BA79B-46A5-42BC-A4E6-116B95DEA92F}" presName="hierChild2" presStyleCnt="0"/>
      <dgm:spPr/>
    </dgm:pt>
    <dgm:pt modelId="{09CF9C5F-5CD3-4D49-A7C4-3F29A45E1C41}" type="pres">
      <dgm:prSet presAssocID="{9C35158B-CFC1-40F2-B390-BD6B128075EB}" presName="hierRoot1" presStyleCnt="0"/>
      <dgm:spPr/>
    </dgm:pt>
    <dgm:pt modelId="{F5D1C05D-0FF6-4BE1-8A5E-AD7B2D8E9E90}" type="pres">
      <dgm:prSet presAssocID="{9C35158B-CFC1-40F2-B390-BD6B128075EB}" presName="composite" presStyleCnt="0"/>
      <dgm:spPr/>
    </dgm:pt>
    <dgm:pt modelId="{D0E86E81-7390-4647-937D-5BE704102678}" type="pres">
      <dgm:prSet presAssocID="{9C35158B-CFC1-40F2-B390-BD6B128075EB}" presName="background" presStyleLbl="node0" presStyleIdx="1" presStyleCnt="2"/>
      <dgm:spPr/>
    </dgm:pt>
    <dgm:pt modelId="{DE8D1DAA-6191-481E-B351-4E836100EE25}" type="pres">
      <dgm:prSet presAssocID="{9C35158B-CFC1-40F2-B390-BD6B128075EB}" presName="text" presStyleLbl="fgAcc0" presStyleIdx="1" presStyleCnt="2">
        <dgm:presLayoutVars>
          <dgm:chPref val="3"/>
        </dgm:presLayoutVars>
      </dgm:prSet>
      <dgm:spPr/>
    </dgm:pt>
    <dgm:pt modelId="{B67FFFBB-0B25-4958-9735-0BF680888326}" type="pres">
      <dgm:prSet presAssocID="{9C35158B-CFC1-40F2-B390-BD6B128075EB}" presName="hierChild2" presStyleCnt="0"/>
      <dgm:spPr/>
    </dgm:pt>
  </dgm:ptLst>
  <dgm:cxnLst>
    <dgm:cxn modelId="{D602FB1B-0D73-4729-BA84-DD994626EA37}" type="presOf" srcId="{A01BA79B-46A5-42BC-A4E6-116B95DEA92F}" destId="{DE31BE31-F50B-4C80-B190-9B6011E880A3}" srcOrd="0" destOrd="0" presId="urn:microsoft.com/office/officeart/2005/8/layout/hierarchy1"/>
    <dgm:cxn modelId="{16395A2E-41FE-4B3E-BB6E-18702F6DF554}" srcId="{77C797B7-5F0C-437B-94BF-BD54A790D260}" destId="{9C35158B-CFC1-40F2-B390-BD6B128075EB}" srcOrd="1" destOrd="0" parTransId="{BE3012BB-1E8E-45C2-A085-B2B45BA51560}" sibTransId="{16F83E8C-6294-4993-AD8C-E784F78BBC2C}"/>
    <dgm:cxn modelId="{A0C9326D-2BDF-4778-8B07-E5B5E800DBC8}" srcId="{77C797B7-5F0C-437B-94BF-BD54A790D260}" destId="{A01BA79B-46A5-42BC-A4E6-116B95DEA92F}" srcOrd="0" destOrd="0" parTransId="{E7A781B0-E0DD-45E3-934E-8EC65AA9815F}" sibTransId="{977A682B-C51A-4191-8094-654597538BC9}"/>
    <dgm:cxn modelId="{20FAB059-3003-4074-AD66-3342E25B48C4}" type="presOf" srcId="{9C35158B-CFC1-40F2-B390-BD6B128075EB}" destId="{DE8D1DAA-6191-481E-B351-4E836100EE25}" srcOrd="0" destOrd="0" presId="urn:microsoft.com/office/officeart/2005/8/layout/hierarchy1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870D98CD-DE3E-495E-BFC1-A4D9665C3E82}" type="presParOf" srcId="{AA790D61-DF51-4EF4-83C7-10EC6F9E1A7A}" destId="{5AE7DD39-15DF-4BB3-B033-D503E0EDCEFB}" srcOrd="0" destOrd="0" presId="urn:microsoft.com/office/officeart/2005/8/layout/hierarchy1"/>
    <dgm:cxn modelId="{02DF1908-6746-4A6A-9623-E7948983DA78}" type="presParOf" srcId="{5AE7DD39-15DF-4BB3-B033-D503E0EDCEFB}" destId="{FF3525DC-6640-4BAA-8B2E-18DE7FAF9AF4}" srcOrd="0" destOrd="0" presId="urn:microsoft.com/office/officeart/2005/8/layout/hierarchy1"/>
    <dgm:cxn modelId="{27CE36E8-734A-4720-B024-DA909A96F080}" type="presParOf" srcId="{FF3525DC-6640-4BAA-8B2E-18DE7FAF9AF4}" destId="{C8E7E2BD-9D7B-4230-8DE8-4AD848DB3B37}" srcOrd="0" destOrd="0" presId="urn:microsoft.com/office/officeart/2005/8/layout/hierarchy1"/>
    <dgm:cxn modelId="{80F15CA4-14F6-46C0-8D1B-FD28DB38C32F}" type="presParOf" srcId="{FF3525DC-6640-4BAA-8B2E-18DE7FAF9AF4}" destId="{DE31BE31-F50B-4C80-B190-9B6011E880A3}" srcOrd="1" destOrd="0" presId="urn:microsoft.com/office/officeart/2005/8/layout/hierarchy1"/>
    <dgm:cxn modelId="{A62855F7-6704-467B-9ED9-7EBFC8A0B111}" type="presParOf" srcId="{5AE7DD39-15DF-4BB3-B033-D503E0EDCEFB}" destId="{302A86EB-E49E-4FB5-A31A-F066C7E54925}" srcOrd="1" destOrd="0" presId="urn:microsoft.com/office/officeart/2005/8/layout/hierarchy1"/>
    <dgm:cxn modelId="{6ED806E0-BDB9-477F-B139-ABC284072BB9}" type="presParOf" srcId="{AA790D61-DF51-4EF4-83C7-10EC6F9E1A7A}" destId="{09CF9C5F-5CD3-4D49-A7C4-3F29A45E1C41}" srcOrd="1" destOrd="0" presId="urn:microsoft.com/office/officeart/2005/8/layout/hierarchy1"/>
    <dgm:cxn modelId="{C305FDA1-1B3C-4A2A-B011-8404A85AC262}" type="presParOf" srcId="{09CF9C5F-5CD3-4D49-A7C4-3F29A45E1C41}" destId="{F5D1C05D-0FF6-4BE1-8A5E-AD7B2D8E9E90}" srcOrd="0" destOrd="0" presId="urn:microsoft.com/office/officeart/2005/8/layout/hierarchy1"/>
    <dgm:cxn modelId="{FDB3A619-1BEF-4A04-95E7-A31D7686B375}" type="presParOf" srcId="{F5D1C05D-0FF6-4BE1-8A5E-AD7B2D8E9E90}" destId="{D0E86E81-7390-4647-937D-5BE704102678}" srcOrd="0" destOrd="0" presId="urn:microsoft.com/office/officeart/2005/8/layout/hierarchy1"/>
    <dgm:cxn modelId="{0899E5CD-8784-4AE0-AAB2-D48F05089EEB}" type="presParOf" srcId="{F5D1C05D-0FF6-4BE1-8A5E-AD7B2D8E9E90}" destId="{DE8D1DAA-6191-481E-B351-4E836100EE25}" srcOrd="1" destOrd="0" presId="urn:microsoft.com/office/officeart/2005/8/layout/hierarchy1"/>
    <dgm:cxn modelId="{8960B1FA-8FC4-47E1-912F-C852CC180A0F}" type="presParOf" srcId="{09CF9C5F-5CD3-4D49-A7C4-3F29A45E1C41}" destId="{B67FFFBB-0B25-4958-9735-0BF6808883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C35158B-CFC1-40F2-B390-BD6B128075EB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>
              <a:latin typeface="Aptos"/>
              <a:ea typeface="Calibri"/>
              <a:cs typeface="Calibri"/>
            </a:rPr>
            <a:t>Narrowed scope of the flanker task, will now utilize some existing implementations </a:t>
          </a:r>
          <a:r>
            <a:rPr lang="en-US" sz="2300" err="1">
              <a:latin typeface="Aptos"/>
              <a:ea typeface="Calibri"/>
              <a:cs typeface="Calibri"/>
            </a:rPr>
            <a:t>inste</a:t>
          </a:r>
          <a:r>
            <a:rPr lang="en-US" sz="2300">
              <a:latin typeface="Aptos"/>
              <a:ea typeface="Calibri"/>
              <a:cs typeface="Calibri"/>
            </a:rPr>
            <a:t>ad of </a:t>
          </a:r>
          <a:r>
            <a:rPr lang="en-US" sz="2300" err="1">
              <a:latin typeface="Aptos"/>
              <a:ea typeface="Calibri"/>
              <a:cs typeface="Calibri"/>
            </a:rPr>
            <a:t>mak</a:t>
          </a:r>
          <a:r>
            <a:rPr lang="en-US" sz="2300">
              <a:latin typeface="Aptos"/>
              <a:ea typeface="Calibri"/>
              <a:cs typeface="Calibri"/>
            </a:rPr>
            <a:t>ing a custom one</a:t>
          </a:r>
        </a:p>
      </dgm:t>
    </dgm:pt>
    <dgm:pt modelId="{BE3012BB-1E8E-45C2-A085-B2B45BA51560}" type="parTrans" cxnId="{16395A2E-41FE-4B3E-BB6E-18702F6DF554}">
      <dgm:prSet/>
      <dgm:spPr/>
      <dgm:t>
        <a:bodyPr/>
        <a:lstStyle/>
        <a:p>
          <a:endParaRPr lang="en-US"/>
        </a:p>
      </dgm:t>
    </dgm:pt>
    <dgm:pt modelId="{16F83E8C-6294-4993-AD8C-E784F78BBC2C}" type="sibTrans" cxnId="{16395A2E-41FE-4B3E-BB6E-18702F6DF554}">
      <dgm:prSet/>
      <dgm:spPr/>
      <dgm:t>
        <a:bodyPr/>
        <a:lstStyle/>
        <a:p>
          <a:endParaRPr lang="en-US"/>
        </a:p>
      </dgm:t>
    </dgm:pt>
    <dgm:pt modelId="{F18A17CD-9F34-4719-8E03-C2270519255E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>
              <a:latin typeface="Aptos"/>
              <a:ea typeface="Calibri"/>
              <a:cs typeface="Calibri"/>
            </a:rPr>
            <a:t>Accept an epoch CSV file with event file and combine into a single .set file</a:t>
          </a:r>
        </a:p>
      </dgm:t>
    </dgm:pt>
    <dgm:pt modelId="{D7200A21-968D-48B1-84C9-3541BCFFB8B9}" type="parTrans" cxnId="{B8C61ED1-45F5-40D5-AFB8-41ECC159B290}">
      <dgm:prSet/>
      <dgm:spPr/>
    </dgm:pt>
    <dgm:pt modelId="{E5847486-2442-4235-98CE-89B13065AE60}" type="sibTrans" cxnId="{B8C61ED1-45F5-40D5-AFB8-41ECC159B290}">
      <dgm:prSet/>
      <dgm:spPr/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26FFAE-1B59-4673-B46F-7FB662D71890}" type="pres">
      <dgm:prSet presAssocID="{F18A17CD-9F34-4719-8E03-C2270519255E}" presName="hierRoot1" presStyleCnt="0"/>
      <dgm:spPr/>
    </dgm:pt>
    <dgm:pt modelId="{1187180B-1133-4466-982D-B23C87F506A5}" type="pres">
      <dgm:prSet presAssocID="{F18A17CD-9F34-4719-8E03-C2270519255E}" presName="composite" presStyleCnt="0"/>
      <dgm:spPr/>
    </dgm:pt>
    <dgm:pt modelId="{84F91FAB-E029-4294-8088-C5A7E35D5C4A}" type="pres">
      <dgm:prSet presAssocID="{F18A17CD-9F34-4719-8E03-C2270519255E}" presName="background" presStyleLbl="node0" presStyleIdx="0" presStyleCnt="2"/>
      <dgm:spPr/>
    </dgm:pt>
    <dgm:pt modelId="{C1F39803-3339-4587-9FC3-2E5156B82355}" type="pres">
      <dgm:prSet presAssocID="{F18A17CD-9F34-4719-8E03-C2270519255E}" presName="text" presStyleLbl="fgAcc0" presStyleIdx="0" presStyleCnt="2">
        <dgm:presLayoutVars>
          <dgm:chPref val="3"/>
        </dgm:presLayoutVars>
      </dgm:prSet>
      <dgm:spPr/>
    </dgm:pt>
    <dgm:pt modelId="{3321C360-1315-4DB0-AE42-53C869FA4368}" type="pres">
      <dgm:prSet presAssocID="{F18A17CD-9F34-4719-8E03-C2270519255E}" presName="hierChild2" presStyleCnt="0"/>
      <dgm:spPr/>
    </dgm:pt>
    <dgm:pt modelId="{09CF9C5F-5CD3-4D49-A7C4-3F29A45E1C41}" type="pres">
      <dgm:prSet presAssocID="{9C35158B-CFC1-40F2-B390-BD6B128075EB}" presName="hierRoot1" presStyleCnt="0"/>
      <dgm:spPr/>
    </dgm:pt>
    <dgm:pt modelId="{F5D1C05D-0FF6-4BE1-8A5E-AD7B2D8E9E90}" type="pres">
      <dgm:prSet presAssocID="{9C35158B-CFC1-40F2-B390-BD6B128075EB}" presName="composite" presStyleCnt="0"/>
      <dgm:spPr/>
    </dgm:pt>
    <dgm:pt modelId="{D0E86E81-7390-4647-937D-5BE704102678}" type="pres">
      <dgm:prSet presAssocID="{9C35158B-CFC1-40F2-B390-BD6B128075EB}" presName="background" presStyleLbl="node0" presStyleIdx="1" presStyleCnt="2"/>
      <dgm:spPr/>
    </dgm:pt>
    <dgm:pt modelId="{DE8D1DAA-6191-481E-B351-4E836100EE25}" type="pres">
      <dgm:prSet presAssocID="{9C35158B-CFC1-40F2-B390-BD6B128075EB}" presName="text" presStyleLbl="fgAcc0" presStyleIdx="1" presStyleCnt="2">
        <dgm:presLayoutVars>
          <dgm:chPref val="3"/>
        </dgm:presLayoutVars>
      </dgm:prSet>
      <dgm:spPr/>
    </dgm:pt>
    <dgm:pt modelId="{B67FFFBB-0B25-4958-9735-0BF680888326}" type="pres">
      <dgm:prSet presAssocID="{9C35158B-CFC1-40F2-B390-BD6B128075EB}" presName="hierChild2" presStyleCnt="0"/>
      <dgm:spPr/>
    </dgm:pt>
  </dgm:ptLst>
  <dgm:cxnLst>
    <dgm:cxn modelId="{EB9C481C-D1A3-418C-954F-BDD0D637378C}" type="presOf" srcId="{F18A17CD-9F34-4719-8E03-C2270519255E}" destId="{C1F39803-3339-4587-9FC3-2E5156B82355}" srcOrd="0" destOrd="0" presId="urn:microsoft.com/office/officeart/2005/8/layout/hierarchy1"/>
    <dgm:cxn modelId="{1653DC2D-B161-4021-96E9-93B8F859E3A2}" type="presOf" srcId="{9C35158B-CFC1-40F2-B390-BD6B128075EB}" destId="{DE8D1DAA-6191-481E-B351-4E836100EE25}" srcOrd="0" destOrd="0" presId="urn:microsoft.com/office/officeart/2005/8/layout/hierarchy1"/>
    <dgm:cxn modelId="{16395A2E-41FE-4B3E-BB6E-18702F6DF554}" srcId="{77C797B7-5F0C-437B-94BF-BD54A790D260}" destId="{9C35158B-CFC1-40F2-B390-BD6B128075EB}" srcOrd="1" destOrd="0" parTransId="{BE3012BB-1E8E-45C2-A085-B2B45BA51560}" sibTransId="{16F83E8C-6294-4993-AD8C-E784F78BBC2C}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B8C61ED1-45F5-40D5-AFB8-41ECC159B290}" srcId="{77C797B7-5F0C-437B-94BF-BD54A790D260}" destId="{F18A17CD-9F34-4719-8E03-C2270519255E}" srcOrd="0" destOrd="0" parTransId="{D7200A21-968D-48B1-84C9-3541BCFFB8B9}" sibTransId="{E5847486-2442-4235-98CE-89B13065AE60}"/>
    <dgm:cxn modelId="{AD705EFD-FCD8-47E3-B808-AA4BCCE28F7C}" type="presParOf" srcId="{AA790D61-DF51-4EF4-83C7-10EC6F9E1A7A}" destId="{5826FFAE-1B59-4673-B46F-7FB662D71890}" srcOrd="0" destOrd="0" presId="urn:microsoft.com/office/officeart/2005/8/layout/hierarchy1"/>
    <dgm:cxn modelId="{574FAD3C-C3A7-4274-AA86-BC8992724CAD}" type="presParOf" srcId="{5826FFAE-1B59-4673-B46F-7FB662D71890}" destId="{1187180B-1133-4466-982D-B23C87F506A5}" srcOrd="0" destOrd="0" presId="urn:microsoft.com/office/officeart/2005/8/layout/hierarchy1"/>
    <dgm:cxn modelId="{C692BAB7-BEDE-4726-BB07-E956EB8510CB}" type="presParOf" srcId="{1187180B-1133-4466-982D-B23C87F506A5}" destId="{84F91FAB-E029-4294-8088-C5A7E35D5C4A}" srcOrd="0" destOrd="0" presId="urn:microsoft.com/office/officeart/2005/8/layout/hierarchy1"/>
    <dgm:cxn modelId="{AC281CAD-AFEB-4601-A540-BCBE62FB1E12}" type="presParOf" srcId="{1187180B-1133-4466-982D-B23C87F506A5}" destId="{C1F39803-3339-4587-9FC3-2E5156B82355}" srcOrd="1" destOrd="0" presId="urn:microsoft.com/office/officeart/2005/8/layout/hierarchy1"/>
    <dgm:cxn modelId="{980150F6-89A9-41DD-A199-E07334E5B3C7}" type="presParOf" srcId="{5826FFAE-1B59-4673-B46F-7FB662D71890}" destId="{3321C360-1315-4DB0-AE42-53C869FA4368}" srcOrd="1" destOrd="0" presId="urn:microsoft.com/office/officeart/2005/8/layout/hierarchy1"/>
    <dgm:cxn modelId="{C3CFA818-C1B9-436E-B336-1EA69794EC48}" type="presParOf" srcId="{AA790D61-DF51-4EF4-83C7-10EC6F9E1A7A}" destId="{09CF9C5F-5CD3-4D49-A7C4-3F29A45E1C41}" srcOrd="1" destOrd="0" presId="urn:microsoft.com/office/officeart/2005/8/layout/hierarchy1"/>
    <dgm:cxn modelId="{0B9D7865-55AA-46D3-A974-05A74928C9C1}" type="presParOf" srcId="{09CF9C5F-5CD3-4D49-A7C4-3F29A45E1C41}" destId="{F5D1C05D-0FF6-4BE1-8A5E-AD7B2D8E9E90}" srcOrd="0" destOrd="0" presId="urn:microsoft.com/office/officeart/2005/8/layout/hierarchy1"/>
    <dgm:cxn modelId="{16CF9256-9D2D-481D-81FD-503E420FD1D6}" type="presParOf" srcId="{F5D1C05D-0FF6-4BE1-8A5E-AD7B2D8E9E90}" destId="{D0E86E81-7390-4647-937D-5BE704102678}" srcOrd="0" destOrd="0" presId="urn:microsoft.com/office/officeart/2005/8/layout/hierarchy1"/>
    <dgm:cxn modelId="{51B9B8C5-22DE-4301-9FAE-A7867DF2E4E3}" type="presParOf" srcId="{F5D1C05D-0FF6-4BE1-8A5E-AD7B2D8E9E90}" destId="{DE8D1DAA-6191-481E-B351-4E836100EE25}" srcOrd="1" destOrd="0" presId="urn:microsoft.com/office/officeart/2005/8/layout/hierarchy1"/>
    <dgm:cxn modelId="{3C73917A-4834-4D65-85E2-2076E8BB00F8}" type="presParOf" srcId="{09CF9C5F-5CD3-4D49-A7C4-3F29A45E1C41}" destId="{B67FFFBB-0B25-4958-9735-0BF6808883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2A464AF-E46A-4DEF-B0E2-49C722D0DA6A}">
      <dgm:prSet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latin typeface="Aptos Display"/>
              <a:ea typeface="Calibri"/>
              <a:cs typeface="Calibri"/>
            </a:rPr>
            <a:t>Prioritize data anonymity:</a:t>
          </a:r>
          <a:r>
            <a:rPr lang="en-US" sz="2300">
              <a:latin typeface="Aptos Display"/>
              <a:ea typeface="Calibri"/>
              <a:cs typeface="Calibri"/>
            </a:rPr>
            <a:t> De-identify incoming data and avoid storing raw data longer than we must</a:t>
          </a:r>
        </a:p>
      </dgm:t>
    </dgm:pt>
    <dgm:pt modelId="{6AA7AF32-1687-4478-8780-75DD28212DCD}" type="parTrans" cxnId="{6C81F07D-C87E-4F9F-A248-AF6F3D404CC2}">
      <dgm:prSet/>
      <dgm:spPr/>
    </dgm:pt>
    <dgm:pt modelId="{E7EB099B-9C90-41BE-A6CF-1EAD1EB254EE}" type="sibTrans" cxnId="{6C81F07D-C87E-4F9F-A248-AF6F3D404CC2}">
      <dgm:prSet/>
      <dgm:spPr/>
    </dgm:pt>
    <dgm:pt modelId="{117D0215-16E7-40AC-A890-41CB9796ACDC}">
      <dgm:prSet phldr="0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solidFill>
                <a:srgbClr val="000000"/>
              </a:solidFill>
              <a:latin typeface="Aptos Display"/>
              <a:ea typeface="Calibri"/>
              <a:cs typeface="Calibri"/>
            </a:rPr>
            <a:t>Implement ganglion device security:</a:t>
          </a:r>
          <a:r>
            <a:rPr lang="en-US" sz="2300">
              <a:solidFill>
                <a:srgbClr val="000000"/>
              </a:solidFill>
              <a:latin typeface="Aptos Display"/>
              <a:ea typeface="Calibri"/>
              <a:cs typeface="Calibri"/>
            </a:rPr>
            <a:t> Require device authenticity and implement communication encryption</a:t>
          </a:r>
        </a:p>
      </dgm:t>
    </dgm:pt>
    <dgm:pt modelId="{95290A1F-98EF-4C64-9A30-2AF1E1340324}" type="parTrans" cxnId="{92439338-01BB-4094-9984-4807B45F4B34}">
      <dgm:prSet/>
      <dgm:spPr/>
    </dgm:pt>
    <dgm:pt modelId="{AB1EF8A6-549A-4321-BC6E-BAB2E2108208}" type="sibTrans" cxnId="{92439338-01BB-4094-9984-4807B45F4B34}">
      <dgm:prSet/>
      <dgm:spPr/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ED0A7C-48CF-4684-B82C-4FB4C72870B3}" type="pres">
      <dgm:prSet presAssocID="{02A464AF-E46A-4DEF-B0E2-49C722D0DA6A}" presName="hierRoot1" presStyleCnt="0"/>
      <dgm:spPr/>
    </dgm:pt>
    <dgm:pt modelId="{A4158697-87E6-4698-9532-5706FF9C4254}" type="pres">
      <dgm:prSet presAssocID="{02A464AF-E46A-4DEF-B0E2-49C722D0DA6A}" presName="composite" presStyleCnt="0"/>
      <dgm:spPr/>
    </dgm:pt>
    <dgm:pt modelId="{BFFE187D-D561-43C7-A004-79E96725E795}" type="pres">
      <dgm:prSet presAssocID="{02A464AF-E46A-4DEF-B0E2-49C722D0DA6A}" presName="background" presStyleLbl="node0" presStyleIdx="0" presStyleCnt="2"/>
      <dgm:spPr/>
    </dgm:pt>
    <dgm:pt modelId="{C3AD6093-0EA3-4F0A-B02E-E8144B6FB8D3}" type="pres">
      <dgm:prSet presAssocID="{02A464AF-E46A-4DEF-B0E2-49C722D0DA6A}" presName="text" presStyleLbl="fgAcc0" presStyleIdx="0" presStyleCnt="2">
        <dgm:presLayoutVars>
          <dgm:chPref val="3"/>
        </dgm:presLayoutVars>
      </dgm:prSet>
      <dgm:spPr/>
    </dgm:pt>
    <dgm:pt modelId="{E82958D5-7171-4C50-B8C2-AFFD9DF8A89B}" type="pres">
      <dgm:prSet presAssocID="{02A464AF-E46A-4DEF-B0E2-49C722D0DA6A}" presName="hierChild2" presStyleCnt="0"/>
      <dgm:spPr/>
    </dgm:pt>
    <dgm:pt modelId="{4594E342-5416-4565-9291-9B59126A6ACF}" type="pres">
      <dgm:prSet presAssocID="{117D0215-16E7-40AC-A890-41CB9796ACDC}" presName="hierRoot1" presStyleCnt="0"/>
      <dgm:spPr/>
    </dgm:pt>
    <dgm:pt modelId="{4B814199-49ED-45AC-B5E9-36BC32DC6DE9}" type="pres">
      <dgm:prSet presAssocID="{117D0215-16E7-40AC-A890-41CB9796ACDC}" presName="composite" presStyleCnt="0"/>
      <dgm:spPr/>
    </dgm:pt>
    <dgm:pt modelId="{A4748C07-1C2E-4F52-B58B-47FA14E24689}" type="pres">
      <dgm:prSet presAssocID="{117D0215-16E7-40AC-A890-41CB9796ACDC}" presName="background" presStyleLbl="node0" presStyleIdx="1" presStyleCnt="2"/>
      <dgm:spPr/>
    </dgm:pt>
    <dgm:pt modelId="{06D21D42-CADB-4909-BDC6-C8914F3D4C39}" type="pres">
      <dgm:prSet presAssocID="{117D0215-16E7-40AC-A890-41CB9796ACDC}" presName="text" presStyleLbl="fgAcc0" presStyleIdx="1" presStyleCnt="2">
        <dgm:presLayoutVars>
          <dgm:chPref val="3"/>
        </dgm:presLayoutVars>
      </dgm:prSet>
      <dgm:spPr/>
    </dgm:pt>
    <dgm:pt modelId="{EEBD73F9-4C19-4173-8991-2A3700659371}" type="pres">
      <dgm:prSet presAssocID="{117D0215-16E7-40AC-A890-41CB9796ACDC}" presName="hierChild2" presStyleCnt="0"/>
      <dgm:spPr/>
    </dgm:pt>
  </dgm:ptLst>
  <dgm:cxnLst>
    <dgm:cxn modelId="{92439338-01BB-4094-9984-4807B45F4B34}" srcId="{77C797B7-5F0C-437B-94BF-BD54A790D260}" destId="{117D0215-16E7-40AC-A890-41CB9796ACDC}" srcOrd="1" destOrd="0" parTransId="{95290A1F-98EF-4C64-9A30-2AF1E1340324}" sibTransId="{AB1EF8A6-549A-4321-BC6E-BAB2E2108208}"/>
    <dgm:cxn modelId="{6C81F07D-C87E-4F9F-A248-AF6F3D404CC2}" srcId="{77C797B7-5F0C-437B-94BF-BD54A790D260}" destId="{02A464AF-E46A-4DEF-B0E2-49C722D0DA6A}" srcOrd="0" destOrd="0" parTransId="{6AA7AF32-1687-4478-8780-75DD28212DCD}" sibTransId="{E7EB099B-9C90-41BE-A6CF-1EAD1EB254EE}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5D36AAAB-8D9A-45C9-965B-CF8618A4720F}" type="presOf" srcId="{02A464AF-E46A-4DEF-B0E2-49C722D0DA6A}" destId="{C3AD6093-0EA3-4F0A-B02E-E8144B6FB8D3}" srcOrd="0" destOrd="0" presId="urn:microsoft.com/office/officeart/2005/8/layout/hierarchy1"/>
    <dgm:cxn modelId="{75D4EDD0-9D5C-4C1F-8335-940A98EE364F}" type="presOf" srcId="{117D0215-16E7-40AC-A890-41CB9796ACDC}" destId="{06D21D42-CADB-4909-BDC6-C8914F3D4C39}" srcOrd="0" destOrd="0" presId="urn:microsoft.com/office/officeart/2005/8/layout/hierarchy1"/>
    <dgm:cxn modelId="{2C283259-54C3-465D-BB2F-2AB3D9539BF9}" type="presParOf" srcId="{AA790D61-DF51-4EF4-83C7-10EC6F9E1A7A}" destId="{95ED0A7C-48CF-4684-B82C-4FB4C72870B3}" srcOrd="0" destOrd="0" presId="urn:microsoft.com/office/officeart/2005/8/layout/hierarchy1"/>
    <dgm:cxn modelId="{D17E29F0-2340-4102-81F2-CAFFFAB075DD}" type="presParOf" srcId="{95ED0A7C-48CF-4684-B82C-4FB4C72870B3}" destId="{A4158697-87E6-4698-9532-5706FF9C4254}" srcOrd="0" destOrd="0" presId="urn:microsoft.com/office/officeart/2005/8/layout/hierarchy1"/>
    <dgm:cxn modelId="{D836E752-3E30-4B73-95EE-0B83D43FDBFC}" type="presParOf" srcId="{A4158697-87E6-4698-9532-5706FF9C4254}" destId="{BFFE187D-D561-43C7-A004-79E96725E795}" srcOrd="0" destOrd="0" presId="urn:microsoft.com/office/officeart/2005/8/layout/hierarchy1"/>
    <dgm:cxn modelId="{7B599C7D-2606-4FDA-8165-2F91937C4471}" type="presParOf" srcId="{A4158697-87E6-4698-9532-5706FF9C4254}" destId="{C3AD6093-0EA3-4F0A-B02E-E8144B6FB8D3}" srcOrd="1" destOrd="0" presId="urn:microsoft.com/office/officeart/2005/8/layout/hierarchy1"/>
    <dgm:cxn modelId="{57C299C8-B2AF-43C6-8FC7-7C721D628619}" type="presParOf" srcId="{95ED0A7C-48CF-4684-B82C-4FB4C72870B3}" destId="{E82958D5-7171-4C50-B8C2-AFFD9DF8A89B}" srcOrd="1" destOrd="0" presId="urn:microsoft.com/office/officeart/2005/8/layout/hierarchy1"/>
    <dgm:cxn modelId="{0C623ACF-9852-44A6-9A15-B10DE4288C4E}" type="presParOf" srcId="{AA790D61-DF51-4EF4-83C7-10EC6F9E1A7A}" destId="{4594E342-5416-4565-9291-9B59126A6ACF}" srcOrd="1" destOrd="0" presId="urn:microsoft.com/office/officeart/2005/8/layout/hierarchy1"/>
    <dgm:cxn modelId="{ABF49779-160A-4D0E-AF6D-92B6CB9F837D}" type="presParOf" srcId="{4594E342-5416-4565-9291-9B59126A6ACF}" destId="{4B814199-49ED-45AC-B5E9-36BC32DC6DE9}" srcOrd="0" destOrd="0" presId="urn:microsoft.com/office/officeart/2005/8/layout/hierarchy1"/>
    <dgm:cxn modelId="{F665AD3E-0720-4640-9629-DA863E2A6A07}" type="presParOf" srcId="{4B814199-49ED-45AC-B5E9-36BC32DC6DE9}" destId="{A4748C07-1C2E-4F52-B58B-47FA14E24689}" srcOrd="0" destOrd="0" presId="urn:microsoft.com/office/officeart/2005/8/layout/hierarchy1"/>
    <dgm:cxn modelId="{C4584495-770D-4CA0-88F4-B5255591EB1E}" type="presParOf" srcId="{4B814199-49ED-45AC-B5E9-36BC32DC6DE9}" destId="{06D21D42-CADB-4909-BDC6-C8914F3D4C39}" srcOrd="1" destOrd="0" presId="urn:microsoft.com/office/officeart/2005/8/layout/hierarchy1"/>
    <dgm:cxn modelId="{EB6F9C81-698C-4B2D-9858-09794869983E}" type="presParOf" srcId="{4594E342-5416-4565-9291-9B59126A6ACF}" destId="{EEBD73F9-4C19-4173-8991-2A37006593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2A464AF-E46A-4DEF-B0E2-49C722D0DA6A}">
      <dgm:prSet phldr="0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latin typeface="Aptos"/>
              <a:ea typeface="Calibri"/>
              <a:cs typeface="Calibri"/>
            </a:rPr>
            <a:t>Not completed:</a:t>
          </a:r>
          <a:r>
            <a:rPr lang="en-US" sz="2300">
              <a:latin typeface="Aptos"/>
              <a:ea typeface="Calibri"/>
              <a:cs typeface="Calibri"/>
            </a:rPr>
            <a:t> </a:t>
          </a:r>
          <a:br>
            <a:rPr lang="en-US" sz="2300">
              <a:latin typeface="Aptos"/>
              <a:ea typeface="Calibri"/>
              <a:cs typeface="Calibri"/>
            </a:rPr>
          </a:br>
          <a:r>
            <a:rPr lang="en-US" sz="2300">
              <a:latin typeface="Aptos"/>
              <a:ea typeface="Calibri"/>
              <a:cs typeface="Calibri"/>
            </a:rPr>
            <a:t>Event labels</a:t>
          </a:r>
          <a:br>
            <a:rPr lang="en-US" sz="2300">
              <a:latin typeface="Aptos"/>
              <a:ea typeface="Calibri"/>
              <a:cs typeface="Calibri"/>
            </a:rPr>
          </a:br>
          <a:r>
            <a:rPr lang="en-US" sz="2300">
              <a:latin typeface="Aptos"/>
              <a:ea typeface="Calibri"/>
              <a:cs typeface="Calibri"/>
            </a:rPr>
            <a:t>Integrating Ganglion</a:t>
          </a:r>
          <a:br>
            <a:rPr lang="en-US" sz="2300">
              <a:latin typeface="Aptos"/>
              <a:ea typeface="Calibri"/>
              <a:cs typeface="Calibri"/>
            </a:rPr>
          </a:br>
          <a:r>
            <a:rPr lang="en-US" sz="2300">
              <a:latin typeface="Aptos"/>
              <a:ea typeface="Calibri"/>
              <a:cs typeface="Calibri"/>
            </a:rPr>
            <a:t>Flanker Task</a:t>
          </a:r>
        </a:p>
      </dgm:t>
    </dgm:pt>
    <dgm:pt modelId="{6AA7AF32-1687-4478-8780-75DD28212DCD}" type="parTrans" cxnId="{6C81F07D-C87E-4F9F-A248-AF6F3D404CC2}">
      <dgm:prSet/>
      <dgm:spPr/>
    </dgm:pt>
    <dgm:pt modelId="{E7EB099B-9C90-41BE-A6CF-1EAD1EB254EE}" type="sibTrans" cxnId="{6C81F07D-C87E-4F9F-A248-AF6F3D404CC2}">
      <dgm:prSet/>
      <dgm:spPr/>
    </dgm:pt>
    <dgm:pt modelId="{117D0215-16E7-40AC-A890-41CB9796ACDC}">
      <dgm:prSet phldr="0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solidFill>
                <a:srgbClr val="000000"/>
              </a:solidFill>
              <a:latin typeface="Aptos"/>
              <a:ea typeface="Calibri"/>
              <a:cs typeface="Calibri"/>
            </a:rPr>
            <a:t>Lessons learned:</a:t>
          </a:r>
          <a: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  <a:t> </a:t>
          </a:r>
          <a:b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  <a:t>New .csv Format</a:t>
          </a:r>
          <a:b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  <a:t>Managing Scope</a:t>
          </a:r>
          <a:b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>
              <a:solidFill>
                <a:srgbClr val="000000"/>
              </a:solidFill>
              <a:latin typeface="Aptos"/>
              <a:ea typeface="Calibri"/>
              <a:cs typeface="Calibri"/>
            </a:rPr>
            <a:t>Quality of Life Updates</a:t>
          </a:r>
        </a:p>
      </dgm:t>
    </dgm:pt>
    <dgm:pt modelId="{95290A1F-98EF-4C64-9A30-2AF1E1340324}" type="parTrans" cxnId="{92439338-01BB-4094-9984-4807B45F4B34}">
      <dgm:prSet/>
      <dgm:spPr/>
    </dgm:pt>
    <dgm:pt modelId="{AB1EF8A6-549A-4321-BC6E-BAB2E2108208}" type="sibTrans" cxnId="{92439338-01BB-4094-9984-4807B45F4B34}">
      <dgm:prSet/>
      <dgm:spPr/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ED0A7C-48CF-4684-B82C-4FB4C72870B3}" type="pres">
      <dgm:prSet presAssocID="{02A464AF-E46A-4DEF-B0E2-49C722D0DA6A}" presName="hierRoot1" presStyleCnt="0"/>
      <dgm:spPr/>
    </dgm:pt>
    <dgm:pt modelId="{A4158697-87E6-4698-9532-5706FF9C4254}" type="pres">
      <dgm:prSet presAssocID="{02A464AF-E46A-4DEF-B0E2-49C722D0DA6A}" presName="composite" presStyleCnt="0"/>
      <dgm:spPr/>
    </dgm:pt>
    <dgm:pt modelId="{BFFE187D-D561-43C7-A004-79E96725E795}" type="pres">
      <dgm:prSet presAssocID="{02A464AF-E46A-4DEF-B0E2-49C722D0DA6A}" presName="background" presStyleLbl="node0" presStyleIdx="0" presStyleCnt="2"/>
      <dgm:spPr/>
    </dgm:pt>
    <dgm:pt modelId="{C3AD6093-0EA3-4F0A-B02E-E8144B6FB8D3}" type="pres">
      <dgm:prSet presAssocID="{02A464AF-E46A-4DEF-B0E2-49C722D0DA6A}" presName="text" presStyleLbl="fgAcc0" presStyleIdx="0" presStyleCnt="2">
        <dgm:presLayoutVars>
          <dgm:chPref val="3"/>
        </dgm:presLayoutVars>
      </dgm:prSet>
      <dgm:spPr/>
    </dgm:pt>
    <dgm:pt modelId="{E82958D5-7171-4C50-B8C2-AFFD9DF8A89B}" type="pres">
      <dgm:prSet presAssocID="{02A464AF-E46A-4DEF-B0E2-49C722D0DA6A}" presName="hierChild2" presStyleCnt="0"/>
      <dgm:spPr/>
    </dgm:pt>
    <dgm:pt modelId="{4594E342-5416-4565-9291-9B59126A6ACF}" type="pres">
      <dgm:prSet presAssocID="{117D0215-16E7-40AC-A890-41CB9796ACDC}" presName="hierRoot1" presStyleCnt="0"/>
      <dgm:spPr/>
    </dgm:pt>
    <dgm:pt modelId="{4B814199-49ED-45AC-B5E9-36BC32DC6DE9}" type="pres">
      <dgm:prSet presAssocID="{117D0215-16E7-40AC-A890-41CB9796ACDC}" presName="composite" presStyleCnt="0"/>
      <dgm:spPr/>
    </dgm:pt>
    <dgm:pt modelId="{A4748C07-1C2E-4F52-B58B-47FA14E24689}" type="pres">
      <dgm:prSet presAssocID="{117D0215-16E7-40AC-A890-41CB9796ACDC}" presName="background" presStyleLbl="node0" presStyleIdx="1" presStyleCnt="2"/>
      <dgm:spPr/>
    </dgm:pt>
    <dgm:pt modelId="{06D21D42-CADB-4909-BDC6-C8914F3D4C39}" type="pres">
      <dgm:prSet presAssocID="{117D0215-16E7-40AC-A890-41CB9796ACDC}" presName="text" presStyleLbl="fgAcc0" presStyleIdx="1" presStyleCnt="2">
        <dgm:presLayoutVars>
          <dgm:chPref val="3"/>
        </dgm:presLayoutVars>
      </dgm:prSet>
      <dgm:spPr/>
    </dgm:pt>
    <dgm:pt modelId="{EEBD73F9-4C19-4173-8991-2A3700659371}" type="pres">
      <dgm:prSet presAssocID="{117D0215-16E7-40AC-A890-41CB9796ACDC}" presName="hierChild2" presStyleCnt="0"/>
      <dgm:spPr/>
    </dgm:pt>
  </dgm:ptLst>
  <dgm:cxnLst>
    <dgm:cxn modelId="{92439338-01BB-4094-9984-4807B45F4B34}" srcId="{77C797B7-5F0C-437B-94BF-BD54A790D260}" destId="{117D0215-16E7-40AC-A890-41CB9796ACDC}" srcOrd="1" destOrd="0" parTransId="{95290A1F-98EF-4C64-9A30-2AF1E1340324}" sibTransId="{AB1EF8A6-549A-4321-BC6E-BAB2E2108208}"/>
    <dgm:cxn modelId="{6C81F07D-C87E-4F9F-A248-AF6F3D404CC2}" srcId="{77C797B7-5F0C-437B-94BF-BD54A790D260}" destId="{02A464AF-E46A-4DEF-B0E2-49C722D0DA6A}" srcOrd="0" destOrd="0" parTransId="{6AA7AF32-1687-4478-8780-75DD28212DCD}" sibTransId="{E7EB099B-9C90-41BE-A6CF-1EAD1EB254EE}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5D36AAAB-8D9A-45C9-965B-CF8618A4720F}" type="presOf" srcId="{02A464AF-E46A-4DEF-B0E2-49C722D0DA6A}" destId="{C3AD6093-0EA3-4F0A-B02E-E8144B6FB8D3}" srcOrd="0" destOrd="0" presId="urn:microsoft.com/office/officeart/2005/8/layout/hierarchy1"/>
    <dgm:cxn modelId="{75D4EDD0-9D5C-4C1F-8335-940A98EE364F}" type="presOf" srcId="{117D0215-16E7-40AC-A890-41CB9796ACDC}" destId="{06D21D42-CADB-4909-BDC6-C8914F3D4C39}" srcOrd="0" destOrd="0" presId="urn:microsoft.com/office/officeart/2005/8/layout/hierarchy1"/>
    <dgm:cxn modelId="{2C283259-54C3-465D-BB2F-2AB3D9539BF9}" type="presParOf" srcId="{AA790D61-DF51-4EF4-83C7-10EC6F9E1A7A}" destId="{95ED0A7C-48CF-4684-B82C-4FB4C72870B3}" srcOrd="0" destOrd="0" presId="urn:microsoft.com/office/officeart/2005/8/layout/hierarchy1"/>
    <dgm:cxn modelId="{D17E29F0-2340-4102-81F2-CAFFFAB075DD}" type="presParOf" srcId="{95ED0A7C-48CF-4684-B82C-4FB4C72870B3}" destId="{A4158697-87E6-4698-9532-5706FF9C4254}" srcOrd="0" destOrd="0" presId="urn:microsoft.com/office/officeart/2005/8/layout/hierarchy1"/>
    <dgm:cxn modelId="{D836E752-3E30-4B73-95EE-0B83D43FDBFC}" type="presParOf" srcId="{A4158697-87E6-4698-9532-5706FF9C4254}" destId="{BFFE187D-D561-43C7-A004-79E96725E795}" srcOrd="0" destOrd="0" presId="urn:microsoft.com/office/officeart/2005/8/layout/hierarchy1"/>
    <dgm:cxn modelId="{7B599C7D-2606-4FDA-8165-2F91937C4471}" type="presParOf" srcId="{A4158697-87E6-4698-9532-5706FF9C4254}" destId="{C3AD6093-0EA3-4F0A-B02E-E8144B6FB8D3}" srcOrd="1" destOrd="0" presId="urn:microsoft.com/office/officeart/2005/8/layout/hierarchy1"/>
    <dgm:cxn modelId="{57C299C8-B2AF-43C6-8FC7-7C721D628619}" type="presParOf" srcId="{95ED0A7C-48CF-4684-B82C-4FB4C72870B3}" destId="{E82958D5-7171-4C50-B8C2-AFFD9DF8A89B}" srcOrd="1" destOrd="0" presId="urn:microsoft.com/office/officeart/2005/8/layout/hierarchy1"/>
    <dgm:cxn modelId="{0C623ACF-9852-44A6-9A15-B10DE4288C4E}" type="presParOf" srcId="{AA790D61-DF51-4EF4-83C7-10EC6F9E1A7A}" destId="{4594E342-5416-4565-9291-9B59126A6ACF}" srcOrd="1" destOrd="0" presId="urn:microsoft.com/office/officeart/2005/8/layout/hierarchy1"/>
    <dgm:cxn modelId="{ABF49779-160A-4D0E-AF6D-92B6CB9F837D}" type="presParOf" srcId="{4594E342-5416-4565-9291-9B59126A6ACF}" destId="{4B814199-49ED-45AC-B5E9-36BC32DC6DE9}" srcOrd="0" destOrd="0" presId="urn:microsoft.com/office/officeart/2005/8/layout/hierarchy1"/>
    <dgm:cxn modelId="{F665AD3E-0720-4640-9629-DA863E2A6A07}" type="presParOf" srcId="{4B814199-49ED-45AC-B5E9-36BC32DC6DE9}" destId="{A4748C07-1C2E-4F52-B58B-47FA14E24689}" srcOrd="0" destOrd="0" presId="urn:microsoft.com/office/officeart/2005/8/layout/hierarchy1"/>
    <dgm:cxn modelId="{C4584495-770D-4CA0-88F4-B5255591EB1E}" type="presParOf" srcId="{4B814199-49ED-45AC-B5E9-36BC32DC6DE9}" destId="{06D21D42-CADB-4909-BDC6-C8914F3D4C39}" srcOrd="1" destOrd="0" presId="urn:microsoft.com/office/officeart/2005/8/layout/hierarchy1"/>
    <dgm:cxn modelId="{EB6F9C81-698C-4B2D-9858-09794869983E}" type="presParOf" srcId="{4594E342-5416-4565-9291-9B59126A6ACF}" destId="{EEBD73F9-4C19-4173-8991-2A37006593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4C9C41-4ECC-4BAC-BDF7-9C6C36A0068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59381D-D5D4-45DD-9E22-948557BEF8EE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Sophia:</a:t>
          </a:r>
          <a:r>
            <a:rPr lang="en-US" sz="2300">
              <a:latin typeface="Aptos Display"/>
              <a:ea typeface="+mn-ea"/>
              <a:cs typeface="+mn-cs"/>
            </a:rPr>
            <a:t> Added ability to convert .csv to .set files, fixed topo map for fewer sensors, worked on log fixes</a:t>
          </a:r>
        </a:p>
      </dgm:t>
    </dgm:pt>
    <dgm:pt modelId="{BF22FC1E-13E9-429D-89F6-CC367DAA8EC8}" type="parTrans" cxnId="{262D36FD-081F-4B56-B0A0-0BD5F22342D1}">
      <dgm:prSet/>
      <dgm:spPr/>
      <dgm:t>
        <a:bodyPr/>
        <a:lstStyle/>
        <a:p>
          <a:endParaRPr lang="en-US"/>
        </a:p>
      </dgm:t>
    </dgm:pt>
    <dgm:pt modelId="{0ECCC7C5-7E8D-46AE-989D-A062AB554B2B}" type="sibTrans" cxnId="{262D36FD-081F-4B56-B0A0-0BD5F22342D1}">
      <dgm:prSet/>
      <dgm:spPr/>
      <dgm:t>
        <a:bodyPr/>
        <a:lstStyle/>
        <a:p>
          <a:endParaRPr lang="en-US"/>
        </a:p>
      </dgm:t>
    </dgm:pt>
    <dgm:pt modelId="{0A7B7886-91EF-46D9-A4CC-A646BFA15CC4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Alexander: </a:t>
          </a:r>
          <a:r>
            <a:rPr lang="en-US" sz="2300" b="0">
              <a:latin typeface="Aptos Display"/>
              <a:ea typeface="+mn-ea"/>
              <a:cs typeface="+mn-cs"/>
            </a:rPr>
            <a:t>Built file validation for </a:t>
          </a:r>
          <a:r>
            <a:rPr lang="en-US" sz="2300">
              <a:latin typeface="Aptos Display"/>
              <a:ea typeface="+mn-ea"/>
              <a:cs typeface="+mn-cs"/>
            </a:rPr>
            <a:t>security, added save  graph functionality,  continued </a:t>
          </a:r>
          <a:r>
            <a:rPr lang="en-US" sz="2300" err="1">
              <a:latin typeface="Aptos Display"/>
              <a:ea typeface="+mn-ea"/>
              <a:cs typeface="+mn-cs"/>
            </a:rPr>
            <a:t>gui</a:t>
          </a:r>
          <a:r>
            <a:rPr lang="en-US" sz="2300">
              <a:latin typeface="Aptos Display"/>
              <a:ea typeface="+mn-ea"/>
              <a:cs typeface="+mn-cs"/>
            </a:rPr>
            <a:t> improvements</a:t>
          </a:r>
        </a:p>
      </dgm:t>
    </dgm:pt>
    <dgm:pt modelId="{5C5AD729-419E-4E99-A46B-7125EE1D5089}" type="parTrans" cxnId="{56748ED2-A95A-4103-9671-6A1496BDCFE2}">
      <dgm:prSet/>
      <dgm:spPr/>
      <dgm:t>
        <a:bodyPr/>
        <a:lstStyle/>
        <a:p>
          <a:endParaRPr lang="en-US"/>
        </a:p>
      </dgm:t>
    </dgm:pt>
    <dgm:pt modelId="{B50DDB91-A3D3-484B-8DA5-27AADEE1DF4A}" type="sibTrans" cxnId="{56748ED2-A95A-4103-9671-6A1496BDCFE2}">
      <dgm:prSet/>
      <dgm:spPr/>
      <dgm:t>
        <a:bodyPr/>
        <a:lstStyle/>
        <a:p>
          <a:endParaRPr lang="en-US"/>
        </a:p>
      </dgm:t>
    </dgm:pt>
    <dgm:pt modelId="{ADD19B42-9AB5-4809-AC80-AEECE9B0A0DD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Brody:</a:t>
          </a:r>
          <a:r>
            <a:rPr lang="en-US" sz="2300">
              <a:latin typeface="Aptos Display"/>
              <a:ea typeface="+mn-ea"/>
              <a:cs typeface="+mn-cs"/>
            </a:rPr>
            <a:t> Added command line arguments for file loading and log level, created executable, deployed application on a cloud VM</a:t>
          </a:r>
        </a:p>
      </dgm:t>
    </dgm:pt>
    <dgm:pt modelId="{A4F20864-E02F-4ECB-BF06-3B1F7B18F8A6}" type="parTrans" cxnId="{DFFC41D9-1840-42DA-BF2A-480DDD34082B}">
      <dgm:prSet/>
      <dgm:spPr/>
      <dgm:t>
        <a:bodyPr/>
        <a:lstStyle/>
        <a:p>
          <a:endParaRPr lang="en-US"/>
        </a:p>
      </dgm:t>
    </dgm:pt>
    <dgm:pt modelId="{84B7A0FA-B98E-4262-8DB1-C175C0127A19}" type="sibTrans" cxnId="{DFFC41D9-1840-42DA-BF2A-480DDD34082B}">
      <dgm:prSet/>
      <dgm:spPr/>
      <dgm:t>
        <a:bodyPr/>
        <a:lstStyle/>
        <a:p>
          <a:endParaRPr lang="en-US"/>
        </a:p>
      </dgm:t>
    </dgm:pt>
    <dgm:pt modelId="{D8F69A5B-0789-4A70-BE12-E6ECB623E146}" type="pres">
      <dgm:prSet presAssocID="{E34C9C41-4ECC-4BAC-BDF7-9C6C36A006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ECF86D-1146-4EFE-9CD0-F687C7E2CE8F}" type="pres">
      <dgm:prSet presAssocID="{0B59381D-D5D4-45DD-9E22-948557BEF8EE}" presName="hierRoot1" presStyleCnt="0"/>
      <dgm:spPr/>
    </dgm:pt>
    <dgm:pt modelId="{D4F674B8-8ED2-4341-BFC9-DF65C8BA614F}" type="pres">
      <dgm:prSet presAssocID="{0B59381D-D5D4-45DD-9E22-948557BEF8EE}" presName="composite" presStyleCnt="0"/>
      <dgm:spPr/>
    </dgm:pt>
    <dgm:pt modelId="{2C87DBB9-4AD5-497B-85AD-226753791BC3}" type="pres">
      <dgm:prSet presAssocID="{0B59381D-D5D4-45DD-9E22-948557BEF8EE}" presName="background" presStyleLbl="node0" presStyleIdx="0" presStyleCnt="3"/>
      <dgm:spPr/>
    </dgm:pt>
    <dgm:pt modelId="{488709B8-CE6D-4B28-8E22-D280153137C5}" type="pres">
      <dgm:prSet presAssocID="{0B59381D-D5D4-45DD-9E22-948557BEF8EE}" presName="text" presStyleLbl="fgAcc0" presStyleIdx="0" presStyleCnt="3">
        <dgm:presLayoutVars>
          <dgm:chPref val="3"/>
        </dgm:presLayoutVars>
      </dgm:prSet>
      <dgm:spPr/>
    </dgm:pt>
    <dgm:pt modelId="{AC4F725C-765D-4F12-8EFB-4957DE07325D}" type="pres">
      <dgm:prSet presAssocID="{0B59381D-D5D4-45DD-9E22-948557BEF8EE}" presName="hierChild2" presStyleCnt="0"/>
      <dgm:spPr/>
    </dgm:pt>
    <dgm:pt modelId="{5E936DF5-4CC1-4422-8ADC-E1C1B92C6C02}" type="pres">
      <dgm:prSet presAssocID="{0A7B7886-91EF-46D9-A4CC-A646BFA15CC4}" presName="hierRoot1" presStyleCnt="0"/>
      <dgm:spPr/>
    </dgm:pt>
    <dgm:pt modelId="{97212876-02B0-4013-A889-52AE4DCD50E5}" type="pres">
      <dgm:prSet presAssocID="{0A7B7886-91EF-46D9-A4CC-A646BFA15CC4}" presName="composite" presStyleCnt="0"/>
      <dgm:spPr/>
    </dgm:pt>
    <dgm:pt modelId="{1D1CBFBB-6F5A-408E-B4E2-33D61152286C}" type="pres">
      <dgm:prSet presAssocID="{0A7B7886-91EF-46D9-A4CC-A646BFA15CC4}" presName="background" presStyleLbl="node0" presStyleIdx="1" presStyleCnt="3"/>
      <dgm:spPr/>
    </dgm:pt>
    <dgm:pt modelId="{8A2EAB1E-3EBF-41CC-B666-C68327CF5F51}" type="pres">
      <dgm:prSet presAssocID="{0A7B7886-91EF-46D9-A4CC-A646BFA15CC4}" presName="text" presStyleLbl="fgAcc0" presStyleIdx="1" presStyleCnt="3">
        <dgm:presLayoutVars>
          <dgm:chPref val="3"/>
        </dgm:presLayoutVars>
      </dgm:prSet>
      <dgm:spPr/>
    </dgm:pt>
    <dgm:pt modelId="{627E1AB2-5158-4062-9F2F-41F68DF0DAA3}" type="pres">
      <dgm:prSet presAssocID="{0A7B7886-91EF-46D9-A4CC-A646BFA15CC4}" presName="hierChild2" presStyleCnt="0"/>
      <dgm:spPr/>
    </dgm:pt>
    <dgm:pt modelId="{8436EB23-2F94-4E81-83A4-6308B47A205F}" type="pres">
      <dgm:prSet presAssocID="{ADD19B42-9AB5-4809-AC80-AEECE9B0A0DD}" presName="hierRoot1" presStyleCnt="0"/>
      <dgm:spPr/>
    </dgm:pt>
    <dgm:pt modelId="{0BBCAA5D-8178-46A8-9FBD-E7D56CD756FD}" type="pres">
      <dgm:prSet presAssocID="{ADD19B42-9AB5-4809-AC80-AEECE9B0A0DD}" presName="composite" presStyleCnt="0"/>
      <dgm:spPr/>
    </dgm:pt>
    <dgm:pt modelId="{B70CB33C-A58D-41AA-804B-F2348880661C}" type="pres">
      <dgm:prSet presAssocID="{ADD19B42-9AB5-4809-AC80-AEECE9B0A0DD}" presName="background" presStyleLbl="node0" presStyleIdx="2" presStyleCnt="3"/>
      <dgm:spPr/>
    </dgm:pt>
    <dgm:pt modelId="{50148201-32D2-4D36-9553-860079FAFA2A}" type="pres">
      <dgm:prSet presAssocID="{ADD19B42-9AB5-4809-AC80-AEECE9B0A0DD}" presName="text" presStyleLbl="fgAcc0" presStyleIdx="2" presStyleCnt="3">
        <dgm:presLayoutVars>
          <dgm:chPref val="3"/>
        </dgm:presLayoutVars>
      </dgm:prSet>
      <dgm:spPr/>
    </dgm:pt>
    <dgm:pt modelId="{CAADC9E9-6A58-4E60-A830-F4258E8E1319}" type="pres">
      <dgm:prSet presAssocID="{ADD19B42-9AB5-4809-AC80-AEECE9B0A0DD}" presName="hierChild2" presStyleCnt="0"/>
      <dgm:spPr/>
    </dgm:pt>
  </dgm:ptLst>
  <dgm:cxnLst>
    <dgm:cxn modelId="{CB4B2114-9252-409B-962A-C8431E3201DA}" type="presOf" srcId="{E34C9C41-4ECC-4BAC-BDF7-9C6C36A00684}" destId="{D8F69A5B-0789-4A70-BE12-E6ECB623E146}" srcOrd="0" destOrd="0" presId="urn:microsoft.com/office/officeart/2005/8/layout/hierarchy1"/>
    <dgm:cxn modelId="{5208E3A4-CDFB-4D26-8C14-0ED27137B777}" type="presOf" srcId="{0B59381D-D5D4-45DD-9E22-948557BEF8EE}" destId="{488709B8-CE6D-4B28-8E22-D280153137C5}" srcOrd="0" destOrd="0" presId="urn:microsoft.com/office/officeart/2005/8/layout/hierarchy1"/>
    <dgm:cxn modelId="{710757A9-F6CF-415E-A9F5-7B08562795BA}" type="presOf" srcId="{ADD19B42-9AB5-4809-AC80-AEECE9B0A0DD}" destId="{50148201-32D2-4D36-9553-860079FAFA2A}" srcOrd="0" destOrd="0" presId="urn:microsoft.com/office/officeart/2005/8/layout/hierarchy1"/>
    <dgm:cxn modelId="{71F881CF-6A7E-4BEB-8386-0669D8DDA12D}" type="presOf" srcId="{0A7B7886-91EF-46D9-A4CC-A646BFA15CC4}" destId="{8A2EAB1E-3EBF-41CC-B666-C68327CF5F51}" srcOrd="0" destOrd="0" presId="urn:microsoft.com/office/officeart/2005/8/layout/hierarchy1"/>
    <dgm:cxn modelId="{56748ED2-A95A-4103-9671-6A1496BDCFE2}" srcId="{E34C9C41-4ECC-4BAC-BDF7-9C6C36A00684}" destId="{0A7B7886-91EF-46D9-A4CC-A646BFA15CC4}" srcOrd="1" destOrd="0" parTransId="{5C5AD729-419E-4E99-A46B-7125EE1D5089}" sibTransId="{B50DDB91-A3D3-484B-8DA5-27AADEE1DF4A}"/>
    <dgm:cxn modelId="{DFFC41D9-1840-42DA-BF2A-480DDD34082B}" srcId="{E34C9C41-4ECC-4BAC-BDF7-9C6C36A00684}" destId="{ADD19B42-9AB5-4809-AC80-AEECE9B0A0DD}" srcOrd="2" destOrd="0" parTransId="{A4F20864-E02F-4ECB-BF06-3B1F7B18F8A6}" sibTransId="{84B7A0FA-B98E-4262-8DB1-C175C0127A19}"/>
    <dgm:cxn modelId="{262D36FD-081F-4B56-B0A0-0BD5F22342D1}" srcId="{E34C9C41-4ECC-4BAC-BDF7-9C6C36A00684}" destId="{0B59381D-D5D4-45DD-9E22-948557BEF8EE}" srcOrd="0" destOrd="0" parTransId="{BF22FC1E-13E9-429D-89F6-CC367DAA8EC8}" sibTransId="{0ECCC7C5-7E8D-46AE-989D-A062AB554B2B}"/>
    <dgm:cxn modelId="{4E927AE4-27DC-4A6C-8200-902963CA7F25}" type="presParOf" srcId="{D8F69A5B-0789-4A70-BE12-E6ECB623E146}" destId="{4BECF86D-1146-4EFE-9CD0-F687C7E2CE8F}" srcOrd="0" destOrd="0" presId="urn:microsoft.com/office/officeart/2005/8/layout/hierarchy1"/>
    <dgm:cxn modelId="{1D53BBF8-0531-4B2B-9ABF-3848417B23BF}" type="presParOf" srcId="{4BECF86D-1146-4EFE-9CD0-F687C7E2CE8F}" destId="{D4F674B8-8ED2-4341-BFC9-DF65C8BA614F}" srcOrd="0" destOrd="0" presId="urn:microsoft.com/office/officeart/2005/8/layout/hierarchy1"/>
    <dgm:cxn modelId="{C1478D1D-72E7-4B04-A004-078BE4A76358}" type="presParOf" srcId="{D4F674B8-8ED2-4341-BFC9-DF65C8BA614F}" destId="{2C87DBB9-4AD5-497B-85AD-226753791BC3}" srcOrd="0" destOrd="0" presId="urn:microsoft.com/office/officeart/2005/8/layout/hierarchy1"/>
    <dgm:cxn modelId="{24DF6140-252D-403F-9193-1222521833B8}" type="presParOf" srcId="{D4F674B8-8ED2-4341-BFC9-DF65C8BA614F}" destId="{488709B8-CE6D-4B28-8E22-D280153137C5}" srcOrd="1" destOrd="0" presId="urn:microsoft.com/office/officeart/2005/8/layout/hierarchy1"/>
    <dgm:cxn modelId="{BB996E15-5A03-4306-8995-AEFFA0167118}" type="presParOf" srcId="{4BECF86D-1146-4EFE-9CD0-F687C7E2CE8F}" destId="{AC4F725C-765D-4F12-8EFB-4957DE07325D}" srcOrd="1" destOrd="0" presId="urn:microsoft.com/office/officeart/2005/8/layout/hierarchy1"/>
    <dgm:cxn modelId="{73D5C72B-4123-4EF4-AFF6-0D7B7E5B6E01}" type="presParOf" srcId="{D8F69A5B-0789-4A70-BE12-E6ECB623E146}" destId="{5E936DF5-4CC1-4422-8ADC-E1C1B92C6C02}" srcOrd="1" destOrd="0" presId="urn:microsoft.com/office/officeart/2005/8/layout/hierarchy1"/>
    <dgm:cxn modelId="{57164E7B-A1AE-4BE9-9DBC-AC6840751AD1}" type="presParOf" srcId="{5E936DF5-4CC1-4422-8ADC-E1C1B92C6C02}" destId="{97212876-02B0-4013-A889-52AE4DCD50E5}" srcOrd="0" destOrd="0" presId="urn:microsoft.com/office/officeart/2005/8/layout/hierarchy1"/>
    <dgm:cxn modelId="{ED92EA84-7A84-4E7B-99AD-9FD48CEED99E}" type="presParOf" srcId="{97212876-02B0-4013-A889-52AE4DCD50E5}" destId="{1D1CBFBB-6F5A-408E-B4E2-33D61152286C}" srcOrd="0" destOrd="0" presId="urn:microsoft.com/office/officeart/2005/8/layout/hierarchy1"/>
    <dgm:cxn modelId="{4BCC7197-D53A-40EC-9A0D-80B839070003}" type="presParOf" srcId="{97212876-02B0-4013-A889-52AE4DCD50E5}" destId="{8A2EAB1E-3EBF-41CC-B666-C68327CF5F51}" srcOrd="1" destOrd="0" presId="urn:microsoft.com/office/officeart/2005/8/layout/hierarchy1"/>
    <dgm:cxn modelId="{BD85C29E-4E28-4B87-A296-0CB5C01BB2F1}" type="presParOf" srcId="{5E936DF5-4CC1-4422-8ADC-E1C1B92C6C02}" destId="{627E1AB2-5158-4062-9F2F-41F68DF0DAA3}" srcOrd="1" destOrd="0" presId="urn:microsoft.com/office/officeart/2005/8/layout/hierarchy1"/>
    <dgm:cxn modelId="{A0491562-B595-4759-B1A4-3B5DC07D6502}" type="presParOf" srcId="{D8F69A5B-0789-4A70-BE12-E6ECB623E146}" destId="{8436EB23-2F94-4E81-83A4-6308B47A205F}" srcOrd="2" destOrd="0" presId="urn:microsoft.com/office/officeart/2005/8/layout/hierarchy1"/>
    <dgm:cxn modelId="{9C24B6D6-A26F-4F5F-851E-05BE2933BE59}" type="presParOf" srcId="{8436EB23-2F94-4E81-83A4-6308B47A205F}" destId="{0BBCAA5D-8178-46A8-9FBD-E7D56CD756FD}" srcOrd="0" destOrd="0" presId="urn:microsoft.com/office/officeart/2005/8/layout/hierarchy1"/>
    <dgm:cxn modelId="{02663C24-FB7E-4C35-A313-6455F8CA4593}" type="presParOf" srcId="{0BBCAA5D-8178-46A8-9FBD-E7D56CD756FD}" destId="{B70CB33C-A58D-41AA-804B-F2348880661C}" srcOrd="0" destOrd="0" presId="urn:microsoft.com/office/officeart/2005/8/layout/hierarchy1"/>
    <dgm:cxn modelId="{5CC93EBE-AB02-4033-AF3E-87FB28255190}" type="presParOf" srcId="{0BBCAA5D-8178-46A8-9FBD-E7D56CD756FD}" destId="{50148201-32D2-4D36-9553-860079FAFA2A}" srcOrd="1" destOrd="0" presId="urn:microsoft.com/office/officeart/2005/8/layout/hierarchy1"/>
    <dgm:cxn modelId="{362A9801-36B9-4226-941B-BB9C97BB3C45}" type="presParOf" srcId="{8436EB23-2F94-4E81-83A4-6308B47A205F}" destId="{CAADC9E9-6A58-4E60-A830-F4258E8E131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2A464AF-E46A-4DEF-B0E2-49C722D0DA6A}">
      <dgm:prSet phldr="0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latin typeface="Aptos"/>
              <a:ea typeface="Calibri"/>
              <a:cs typeface="Calibri"/>
            </a:rPr>
            <a:t>Ali: </a:t>
          </a:r>
          <a:r>
            <a:rPr lang="en-US" sz="2300" b="0">
              <a:latin typeface="Aptos"/>
              <a:ea typeface="Calibri"/>
              <a:cs typeface="Calibri"/>
            </a:rPr>
            <a:t>Created tabbed view for multiple files, help dialogue, record button, and other small UI and project site updates</a:t>
          </a:r>
        </a:p>
      </dgm:t>
    </dgm:pt>
    <dgm:pt modelId="{6AA7AF32-1687-4478-8780-75DD28212DCD}" type="parTrans" cxnId="{6C81F07D-C87E-4F9F-A248-AF6F3D404CC2}">
      <dgm:prSet/>
      <dgm:spPr/>
    </dgm:pt>
    <dgm:pt modelId="{E7EB099B-9C90-41BE-A6CF-1EAD1EB254EE}" type="sibTrans" cxnId="{6C81F07D-C87E-4F9F-A248-AF6F3D404CC2}">
      <dgm:prSet/>
      <dgm:spPr/>
    </dgm:pt>
    <dgm:pt modelId="{117D0215-16E7-40AC-A890-41CB9796ACDC}">
      <dgm:prSet phldr="0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2300" b="1">
              <a:latin typeface="Aptos"/>
              <a:ea typeface="Calibri"/>
              <a:cs typeface="Calibri"/>
            </a:rPr>
            <a:t>Will: </a:t>
          </a:r>
          <a:r>
            <a:rPr lang="en-US" sz="2300" b="0">
              <a:latin typeface="Aptos"/>
              <a:ea typeface="Calibri"/>
              <a:cs typeface="Calibri"/>
            </a:rPr>
            <a:t>Added </a:t>
          </a:r>
          <a:r>
            <a:rPr lang="en-US" sz="2300" b="0" err="1">
              <a:latin typeface="Aptos"/>
              <a:ea typeface="Calibri"/>
              <a:cs typeface="Calibri"/>
            </a:rPr>
            <a:t>topomap</a:t>
          </a:r>
          <a:r>
            <a:rPr lang="en-US" sz="2300" b="0">
              <a:latin typeface="Aptos"/>
              <a:ea typeface="Calibri"/>
              <a:cs typeface="Calibri"/>
            </a:rPr>
            <a:t> animation feature, added loading bar when loading files, and other UI updates</a:t>
          </a:r>
        </a:p>
      </dgm:t>
    </dgm:pt>
    <dgm:pt modelId="{95290A1F-98EF-4C64-9A30-2AF1E1340324}" type="parTrans" cxnId="{92439338-01BB-4094-9984-4807B45F4B34}">
      <dgm:prSet/>
      <dgm:spPr/>
    </dgm:pt>
    <dgm:pt modelId="{AB1EF8A6-549A-4321-BC6E-BAB2E2108208}" type="sibTrans" cxnId="{92439338-01BB-4094-9984-4807B45F4B34}">
      <dgm:prSet/>
      <dgm:spPr/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ED0A7C-48CF-4684-B82C-4FB4C72870B3}" type="pres">
      <dgm:prSet presAssocID="{02A464AF-E46A-4DEF-B0E2-49C722D0DA6A}" presName="hierRoot1" presStyleCnt="0"/>
      <dgm:spPr/>
    </dgm:pt>
    <dgm:pt modelId="{A4158697-87E6-4698-9532-5706FF9C4254}" type="pres">
      <dgm:prSet presAssocID="{02A464AF-E46A-4DEF-B0E2-49C722D0DA6A}" presName="composite" presStyleCnt="0"/>
      <dgm:spPr/>
    </dgm:pt>
    <dgm:pt modelId="{BFFE187D-D561-43C7-A004-79E96725E795}" type="pres">
      <dgm:prSet presAssocID="{02A464AF-E46A-4DEF-B0E2-49C722D0DA6A}" presName="background" presStyleLbl="node0" presStyleIdx="0" presStyleCnt="2"/>
      <dgm:spPr/>
    </dgm:pt>
    <dgm:pt modelId="{C3AD6093-0EA3-4F0A-B02E-E8144B6FB8D3}" type="pres">
      <dgm:prSet presAssocID="{02A464AF-E46A-4DEF-B0E2-49C722D0DA6A}" presName="text" presStyleLbl="fgAcc0" presStyleIdx="0" presStyleCnt="2">
        <dgm:presLayoutVars>
          <dgm:chPref val="3"/>
        </dgm:presLayoutVars>
      </dgm:prSet>
      <dgm:spPr/>
    </dgm:pt>
    <dgm:pt modelId="{E82958D5-7171-4C50-B8C2-AFFD9DF8A89B}" type="pres">
      <dgm:prSet presAssocID="{02A464AF-E46A-4DEF-B0E2-49C722D0DA6A}" presName="hierChild2" presStyleCnt="0"/>
      <dgm:spPr/>
    </dgm:pt>
    <dgm:pt modelId="{4594E342-5416-4565-9291-9B59126A6ACF}" type="pres">
      <dgm:prSet presAssocID="{117D0215-16E7-40AC-A890-41CB9796ACDC}" presName="hierRoot1" presStyleCnt="0"/>
      <dgm:spPr/>
    </dgm:pt>
    <dgm:pt modelId="{4B814199-49ED-45AC-B5E9-36BC32DC6DE9}" type="pres">
      <dgm:prSet presAssocID="{117D0215-16E7-40AC-A890-41CB9796ACDC}" presName="composite" presStyleCnt="0"/>
      <dgm:spPr/>
    </dgm:pt>
    <dgm:pt modelId="{A4748C07-1C2E-4F52-B58B-47FA14E24689}" type="pres">
      <dgm:prSet presAssocID="{117D0215-16E7-40AC-A890-41CB9796ACDC}" presName="background" presStyleLbl="node0" presStyleIdx="1" presStyleCnt="2"/>
      <dgm:spPr/>
    </dgm:pt>
    <dgm:pt modelId="{06D21D42-CADB-4909-BDC6-C8914F3D4C39}" type="pres">
      <dgm:prSet presAssocID="{117D0215-16E7-40AC-A890-41CB9796ACDC}" presName="text" presStyleLbl="fgAcc0" presStyleIdx="1" presStyleCnt="2">
        <dgm:presLayoutVars>
          <dgm:chPref val="3"/>
        </dgm:presLayoutVars>
      </dgm:prSet>
      <dgm:spPr/>
    </dgm:pt>
    <dgm:pt modelId="{EEBD73F9-4C19-4173-8991-2A3700659371}" type="pres">
      <dgm:prSet presAssocID="{117D0215-16E7-40AC-A890-41CB9796ACDC}" presName="hierChild2" presStyleCnt="0"/>
      <dgm:spPr/>
    </dgm:pt>
  </dgm:ptLst>
  <dgm:cxnLst>
    <dgm:cxn modelId="{7A702A37-24FA-4E2B-82A2-53BD3ADC5BC5}" type="presOf" srcId="{117D0215-16E7-40AC-A890-41CB9796ACDC}" destId="{06D21D42-CADB-4909-BDC6-C8914F3D4C39}" srcOrd="0" destOrd="0" presId="urn:microsoft.com/office/officeart/2005/8/layout/hierarchy1"/>
    <dgm:cxn modelId="{92439338-01BB-4094-9984-4807B45F4B34}" srcId="{77C797B7-5F0C-437B-94BF-BD54A790D260}" destId="{117D0215-16E7-40AC-A890-41CB9796ACDC}" srcOrd="1" destOrd="0" parTransId="{95290A1F-98EF-4C64-9A30-2AF1E1340324}" sibTransId="{AB1EF8A6-549A-4321-BC6E-BAB2E2108208}"/>
    <dgm:cxn modelId="{6C81F07D-C87E-4F9F-A248-AF6F3D404CC2}" srcId="{77C797B7-5F0C-437B-94BF-BD54A790D260}" destId="{02A464AF-E46A-4DEF-B0E2-49C722D0DA6A}" srcOrd="0" destOrd="0" parTransId="{6AA7AF32-1687-4478-8780-75DD28212DCD}" sibTransId="{E7EB099B-9C90-41BE-A6CF-1EAD1EB254EE}"/>
    <dgm:cxn modelId="{3047D387-1F91-4BDF-B31D-4B80C6D45435}" type="presOf" srcId="{77C797B7-5F0C-437B-94BF-BD54A790D260}" destId="{AA790D61-DF51-4EF4-83C7-10EC6F9E1A7A}" srcOrd="0" destOrd="0" presId="urn:microsoft.com/office/officeart/2005/8/layout/hierarchy1"/>
    <dgm:cxn modelId="{024AFABD-EDED-4CFC-B4CF-79D542E95CFD}" type="presOf" srcId="{02A464AF-E46A-4DEF-B0E2-49C722D0DA6A}" destId="{C3AD6093-0EA3-4F0A-B02E-E8144B6FB8D3}" srcOrd="0" destOrd="0" presId="urn:microsoft.com/office/officeart/2005/8/layout/hierarchy1"/>
    <dgm:cxn modelId="{C9C2CAE4-3F85-481B-B460-D0474543BBBF}" type="presParOf" srcId="{AA790D61-DF51-4EF4-83C7-10EC6F9E1A7A}" destId="{95ED0A7C-48CF-4684-B82C-4FB4C72870B3}" srcOrd="0" destOrd="0" presId="urn:microsoft.com/office/officeart/2005/8/layout/hierarchy1"/>
    <dgm:cxn modelId="{034AA285-5998-46FD-9CDF-BE73E76EFA06}" type="presParOf" srcId="{95ED0A7C-48CF-4684-B82C-4FB4C72870B3}" destId="{A4158697-87E6-4698-9532-5706FF9C4254}" srcOrd="0" destOrd="0" presId="urn:microsoft.com/office/officeart/2005/8/layout/hierarchy1"/>
    <dgm:cxn modelId="{2DD1BB1F-EC18-4379-8149-0D479FFEA34D}" type="presParOf" srcId="{A4158697-87E6-4698-9532-5706FF9C4254}" destId="{BFFE187D-D561-43C7-A004-79E96725E795}" srcOrd="0" destOrd="0" presId="urn:microsoft.com/office/officeart/2005/8/layout/hierarchy1"/>
    <dgm:cxn modelId="{DEBCD9ED-1BF7-4421-AE1B-86D93DB8F8C8}" type="presParOf" srcId="{A4158697-87E6-4698-9532-5706FF9C4254}" destId="{C3AD6093-0EA3-4F0A-B02E-E8144B6FB8D3}" srcOrd="1" destOrd="0" presId="urn:microsoft.com/office/officeart/2005/8/layout/hierarchy1"/>
    <dgm:cxn modelId="{42337E8E-EF0C-4117-9825-53030E3C451F}" type="presParOf" srcId="{95ED0A7C-48CF-4684-B82C-4FB4C72870B3}" destId="{E82958D5-7171-4C50-B8C2-AFFD9DF8A89B}" srcOrd="1" destOrd="0" presId="urn:microsoft.com/office/officeart/2005/8/layout/hierarchy1"/>
    <dgm:cxn modelId="{2710713D-56C2-4815-BD1A-5D06B32C1EDA}" type="presParOf" srcId="{AA790D61-DF51-4EF4-83C7-10EC6F9E1A7A}" destId="{4594E342-5416-4565-9291-9B59126A6ACF}" srcOrd="1" destOrd="0" presId="urn:microsoft.com/office/officeart/2005/8/layout/hierarchy1"/>
    <dgm:cxn modelId="{8092DA58-E714-4FCC-A747-1DF15F76E3D0}" type="presParOf" srcId="{4594E342-5416-4565-9291-9B59126A6ACF}" destId="{4B814199-49ED-45AC-B5E9-36BC32DC6DE9}" srcOrd="0" destOrd="0" presId="urn:microsoft.com/office/officeart/2005/8/layout/hierarchy1"/>
    <dgm:cxn modelId="{B1A9FE59-84E7-4445-9CA4-3A4D43775C79}" type="presParOf" srcId="{4B814199-49ED-45AC-B5E9-36BC32DC6DE9}" destId="{A4748C07-1C2E-4F52-B58B-47FA14E24689}" srcOrd="0" destOrd="0" presId="urn:microsoft.com/office/officeart/2005/8/layout/hierarchy1"/>
    <dgm:cxn modelId="{E8AAD50B-7D1C-4AE9-A20A-876876CD417C}" type="presParOf" srcId="{4B814199-49ED-45AC-B5E9-36BC32DC6DE9}" destId="{06D21D42-CADB-4909-BDC6-C8914F3D4C39}" srcOrd="1" destOrd="0" presId="urn:microsoft.com/office/officeart/2005/8/layout/hierarchy1"/>
    <dgm:cxn modelId="{992B80CB-C6CE-47BB-90B4-C282C28F0D06}" type="presParOf" srcId="{4594E342-5416-4565-9291-9B59126A6ACF}" destId="{EEBD73F9-4C19-4173-8991-2A37006593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34C9C41-4ECC-4BAC-BDF7-9C6C36A0068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59381D-D5D4-45DD-9E22-948557BEF8EE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Core development: </a:t>
          </a:r>
          <a:r>
            <a:rPr lang="en-US" sz="2300" b="0">
              <a:latin typeface="Aptos Display"/>
              <a:ea typeface="+mn-ea"/>
              <a:cs typeface="+mn-cs"/>
            </a:rPr>
            <a:t>PyQt5, Matplotlib, SciPy, UV (GUI &amp; visualization, package manager)</a:t>
          </a:r>
        </a:p>
      </dgm:t>
    </dgm:pt>
    <dgm:pt modelId="{BF22FC1E-13E9-429D-89F6-CC367DAA8EC8}" type="parTrans" cxnId="{262D36FD-081F-4B56-B0A0-0BD5F22342D1}">
      <dgm:prSet/>
      <dgm:spPr/>
      <dgm:t>
        <a:bodyPr/>
        <a:lstStyle/>
        <a:p>
          <a:endParaRPr lang="en-US"/>
        </a:p>
      </dgm:t>
    </dgm:pt>
    <dgm:pt modelId="{0ECCC7C5-7E8D-46AE-989D-A062AB554B2B}" type="sibTrans" cxnId="{262D36FD-081F-4B56-B0A0-0BD5F22342D1}">
      <dgm:prSet/>
      <dgm:spPr/>
      <dgm:t>
        <a:bodyPr/>
        <a:lstStyle/>
        <a:p>
          <a:endParaRPr lang="en-US"/>
        </a:p>
      </dgm:t>
    </dgm:pt>
    <dgm:pt modelId="{538E8844-F7DF-4A5F-A1C0-E1650D718ECD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Hardware: </a:t>
          </a:r>
          <a:r>
            <a:rPr lang="en-US" sz="2300" b="0" err="1">
              <a:latin typeface="Aptos Display"/>
              <a:ea typeface="+mn-ea"/>
              <a:cs typeface="+mn-cs"/>
            </a:rPr>
            <a:t>OpenBCI</a:t>
          </a:r>
          <a:r>
            <a:rPr lang="en-US" sz="2300" b="0">
              <a:latin typeface="Aptos Display"/>
              <a:ea typeface="+mn-ea"/>
              <a:cs typeface="+mn-cs"/>
            </a:rPr>
            <a:t> ganglion, Muse headband (EEG headsets)</a:t>
          </a:r>
        </a:p>
      </dgm:t>
    </dgm:pt>
    <dgm:pt modelId="{74966DD9-F36C-4A15-A05B-914A5113C49E}" type="parTrans" cxnId="{D81C698D-04EE-4D71-B19A-AEC221B604D2}">
      <dgm:prSet/>
      <dgm:spPr/>
    </dgm:pt>
    <dgm:pt modelId="{6C3D18D6-D124-49CB-B0B7-1A1CFC2FBF47}" type="sibTrans" cxnId="{D81C698D-04EE-4D71-B19A-AEC221B604D2}">
      <dgm:prSet/>
      <dgm:spPr/>
    </dgm:pt>
    <dgm:pt modelId="{445608BB-146E-4682-80D2-33EC790BA2E8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 b="1">
              <a:latin typeface="Aptos Display"/>
              <a:ea typeface="+mn-ea"/>
              <a:cs typeface="+mn-cs"/>
            </a:rPr>
            <a:t>Deployment:</a:t>
          </a:r>
          <a:r>
            <a:rPr lang="en-US" sz="2300" b="0">
              <a:latin typeface="Aptos Display"/>
              <a:ea typeface="+mn-ea"/>
              <a:cs typeface="+mn-cs"/>
            </a:rPr>
            <a:t> </a:t>
          </a:r>
          <a:r>
            <a:rPr lang="en-US" sz="2300" b="0" err="1">
              <a:latin typeface="Aptos Display"/>
              <a:ea typeface="+mn-ea"/>
              <a:cs typeface="+mn-cs"/>
            </a:rPr>
            <a:t>PyInstaller</a:t>
          </a:r>
          <a:r>
            <a:rPr lang="en-US" sz="2300" b="0">
              <a:latin typeface="Aptos Display"/>
              <a:ea typeface="+mn-ea"/>
              <a:cs typeface="+mn-cs"/>
            </a:rPr>
            <a:t>, Google Cloud, Git &amp; GitHub (cloud application and version control)</a:t>
          </a:r>
        </a:p>
      </dgm:t>
    </dgm:pt>
    <dgm:pt modelId="{2DE25977-D935-4D4D-88A5-B86DEA70D86E}" type="parTrans" cxnId="{974A6000-0C52-4F11-8B5F-FBCDEC4B9813}">
      <dgm:prSet/>
      <dgm:spPr/>
    </dgm:pt>
    <dgm:pt modelId="{DCE85EEE-76DF-4ED2-86B4-8A356EC81059}" type="sibTrans" cxnId="{974A6000-0C52-4F11-8B5F-FBCDEC4B9813}">
      <dgm:prSet/>
      <dgm:spPr/>
    </dgm:pt>
    <dgm:pt modelId="{D8F69A5B-0789-4A70-BE12-E6ECB623E146}" type="pres">
      <dgm:prSet presAssocID="{E34C9C41-4ECC-4BAC-BDF7-9C6C36A006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ECF86D-1146-4EFE-9CD0-F687C7E2CE8F}" type="pres">
      <dgm:prSet presAssocID="{0B59381D-D5D4-45DD-9E22-948557BEF8EE}" presName="hierRoot1" presStyleCnt="0"/>
      <dgm:spPr/>
    </dgm:pt>
    <dgm:pt modelId="{D4F674B8-8ED2-4341-BFC9-DF65C8BA614F}" type="pres">
      <dgm:prSet presAssocID="{0B59381D-D5D4-45DD-9E22-948557BEF8EE}" presName="composite" presStyleCnt="0"/>
      <dgm:spPr/>
    </dgm:pt>
    <dgm:pt modelId="{2C87DBB9-4AD5-497B-85AD-226753791BC3}" type="pres">
      <dgm:prSet presAssocID="{0B59381D-D5D4-45DD-9E22-948557BEF8EE}" presName="background" presStyleLbl="node0" presStyleIdx="0" presStyleCnt="3"/>
      <dgm:spPr/>
    </dgm:pt>
    <dgm:pt modelId="{488709B8-CE6D-4B28-8E22-D280153137C5}" type="pres">
      <dgm:prSet presAssocID="{0B59381D-D5D4-45DD-9E22-948557BEF8EE}" presName="text" presStyleLbl="fgAcc0" presStyleIdx="0" presStyleCnt="3">
        <dgm:presLayoutVars>
          <dgm:chPref val="3"/>
        </dgm:presLayoutVars>
      </dgm:prSet>
      <dgm:spPr/>
    </dgm:pt>
    <dgm:pt modelId="{AC4F725C-765D-4F12-8EFB-4957DE07325D}" type="pres">
      <dgm:prSet presAssocID="{0B59381D-D5D4-45DD-9E22-948557BEF8EE}" presName="hierChild2" presStyleCnt="0"/>
      <dgm:spPr/>
    </dgm:pt>
    <dgm:pt modelId="{C347972A-D6AE-4E15-BC81-936918A8ABA2}" type="pres">
      <dgm:prSet presAssocID="{538E8844-F7DF-4A5F-A1C0-E1650D718ECD}" presName="hierRoot1" presStyleCnt="0"/>
      <dgm:spPr/>
    </dgm:pt>
    <dgm:pt modelId="{F485060B-ACC1-47D6-B8D3-79C309F0708B}" type="pres">
      <dgm:prSet presAssocID="{538E8844-F7DF-4A5F-A1C0-E1650D718ECD}" presName="composite" presStyleCnt="0"/>
      <dgm:spPr/>
    </dgm:pt>
    <dgm:pt modelId="{FBC35BC9-06F8-4C0F-AEAB-C869BE1EF816}" type="pres">
      <dgm:prSet presAssocID="{538E8844-F7DF-4A5F-A1C0-E1650D718ECD}" presName="background" presStyleLbl="node0" presStyleIdx="1" presStyleCnt="3"/>
      <dgm:spPr/>
    </dgm:pt>
    <dgm:pt modelId="{E2397D5D-6C9E-49A7-B6B9-910C17592D51}" type="pres">
      <dgm:prSet presAssocID="{538E8844-F7DF-4A5F-A1C0-E1650D718ECD}" presName="text" presStyleLbl="fgAcc0" presStyleIdx="1" presStyleCnt="3">
        <dgm:presLayoutVars>
          <dgm:chPref val="3"/>
        </dgm:presLayoutVars>
      </dgm:prSet>
      <dgm:spPr/>
    </dgm:pt>
    <dgm:pt modelId="{ACC6F24F-FB7F-4678-A6A9-4BA7D406AD80}" type="pres">
      <dgm:prSet presAssocID="{538E8844-F7DF-4A5F-A1C0-E1650D718ECD}" presName="hierChild2" presStyleCnt="0"/>
      <dgm:spPr/>
    </dgm:pt>
    <dgm:pt modelId="{0EB86CE3-E29F-4886-8276-EC8EF09FC948}" type="pres">
      <dgm:prSet presAssocID="{445608BB-146E-4682-80D2-33EC790BA2E8}" presName="hierRoot1" presStyleCnt="0"/>
      <dgm:spPr/>
    </dgm:pt>
    <dgm:pt modelId="{E791B2D2-FA36-453B-9377-1D7252DD3B29}" type="pres">
      <dgm:prSet presAssocID="{445608BB-146E-4682-80D2-33EC790BA2E8}" presName="composite" presStyleCnt="0"/>
      <dgm:spPr/>
    </dgm:pt>
    <dgm:pt modelId="{4E049278-138C-415B-B9EE-2ACAF9F1DE60}" type="pres">
      <dgm:prSet presAssocID="{445608BB-146E-4682-80D2-33EC790BA2E8}" presName="background" presStyleLbl="node0" presStyleIdx="2" presStyleCnt="3"/>
      <dgm:spPr/>
    </dgm:pt>
    <dgm:pt modelId="{0E524C14-E836-449C-8523-B4B7D9939475}" type="pres">
      <dgm:prSet presAssocID="{445608BB-146E-4682-80D2-33EC790BA2E8}" presName="text" presStyleLbl="fgAcc0" presStyleIdx="2" presStyleCnt="3">
        <dgm:presLayoutVars>
          <dgm:chPref val="3"/>
        </dgm:presLayoutVars>
      </dgm:prSet>
      <dgm:spPr/>
    </dgm:pt>
    <dgm:pt modelId="{77D692F2-D308-478E-A579-FC93A5247460}" type="pres">
      <dgm:prSet presAssocID="{445608BB-146E-4682-80D2-33EC790BA2E8}" presName="hierChild2" presStyleCnt="0"/>
      <dgm:spPr/>
    </dgm:pt>
  </dgm:ptLst>
  <dgm:cxnLst>
    <dgm:cxn modelId="{974A6000-0C52-4F11-8B5F-FBCDEC4B9813}" srcId="{E34C9C41-4ECC-4BAC-BDF7-9C6C36A00684}" destId="{445608BB-146E-4682-80D2-33EC790BA2E8}" srcOrd="2" destOrd="0" parTransId="{2DE25977-D935-4D4D-88A5-B86DEA70D86E}" sibTransId="{DCE85EEE-76DF-4ED2-86B4-8A356EC81059}"/>
    <dgm:cxn modelId="{CB4B2114-9252-409B-962A-C8431E3201DA}" type="presOf" srcId="{E34C9C41-4ECC-4BAC-BDF7-9C6C36A00684}" destId="{D8F69A5B-0789-4A70-BE12-E6ECB623E146}" srcOrd="0" destOrd="0" presId="urn:microsoft.com/office/officeart/2005/8/layout/hierarchy1"/>
    <dgm:cxn modelId="{D0905D2B-B19C-4F0D-A935-E683FEDEE4A3}" type="presOf" srcId="{0B59381D-D5D4-45DD-9E22-948557BEF8EE}" destId="{488709B8-CE6D-4B28-8E22-D280153137C5}" srcOrd="0" destOrd="0" presId="urn:microsoft.com/office/officeart/2005/8/layout/hierarchy1"/>
    <dgm:cxn modelId="{EB8ED965-8612-4D52-94E6-9F0D444DECAB}" type="presOf" srcId="{538E8844-F7DF-4A5F-A1C0-E1650D718ECD}" destId="{E2397D5D-6C9E-49A7-B6B9-910C17592D51}" srcOrd="0" destOrd="0" presId="urn:microsoft.com/office/officeart/2005/8/layout/hierarchy1"/>
    <dgm:cxn modelId="{D81C698D-04EE-4D71-B19A-AEC221B604D2}" srcId="{E34C9C41-4ECC-4BAC-BDF7-9C6C36A00684}" destId="{538E8844-F7DF-4A5F-A1C0-E1650D718ECD}" srcOrd="1" destOrd="0" parTransId="{74966DD9-F36C-4A15-A05B-914A5113C49E}" sibTransId="{6C3D18D6-D124-49CB-B0B7-1A1CFC2FBF47}"/>
    <dgm:cxn modelId="{0844D4D3-01DD-4877-8917-4472E15B3E2E}" type="presOf" srcId="{445608BB-146E-4682-80D2-33EC790BA2E8}" destId="{0E524C14-E836-449C-8523-B4B7D9939475}" srcOrd="0" destOrd="0" presId="urn:microsoft.com/office/officeart/2005/8/layout/hierarchy1"/>
    <dgm:cxn modelId="{262D36FD-081F-4B56-B0A0-0BD5F22342D1}" srcId="{E34C9C41-4ECC-4BAC-BDF7-9C6C36A00684}" destId="{0B59381D-D5D4-45DD-9E22-948557BEF8EE}" srcOrd="0" destOrd="0" parTransId="{BF22FC1E-13E9-429D-89F6-CC367DAA8EC8}" sibTransId="{0ECCC7C5-7E8D-46AE-989D-A062AB554B2B}"/>
    <dgm:cxn modelId="{244F85D3-1898-4AEB-9B77-0A820DB6C767}" type="presParOf" srcId="{D8F69A5B-0789-4A70-BE12-E6ECB623E146}" destId="{4BECF86D-1146-4EFE-9CD0-F687C7E2CE8F}" srcOrd="0" destOrd="0" presId="urn:microsoft.com/office/officeart/2005/8/layout/hierarchy1"/>
    <dgm:cxn modelId="{FBD1E3EA-435A-47E8-95DF-F2C0D342A6FD}" type="presParOf" srcId="{4BECF86D-1146-4EFE-9CD0-F687C7E2CE8F}" destId="{D4F674B8-8ED2-4341-BFC9-DF65C8BA614F}" srcOrd="0" destOrd="0" presId="urn:microsoft.com/office/officeart/2005/8/layout/hierarchy1"/>
    <dgm:cxn modelId="{C56DD75E-E404-483F-8EA9-8C802722ADDF}" type="presParOf" srcId="{D4F674B8-8ED2-4341-BFC9-DF65C8BA614F}" destId="{2C87DBB9-4AD5-497B-85AD-226753791BC3}" srcOrd="0" destOrd="0" presId="urn:microsoft.com/office/officeart/2005/8/layout/hierarchy1"/>
    <dgm:cxn modelId="{0065C49D-94B8-49A4-BCD3-506FE120C2F7}" type="presParOf" srcId="{D4F674B8-8ED2-4341-BFC9-DF65C8BA614F}" destId="{488709B8-CE6D-4B28-8E22-D280153137C5}" srcOrd="1" destOrd="0" presId="urn:microsoft.com/office/officeart/2005/8/layout/hierarchy1"/>
    <dgm:cxn modelId="{27C35390-1060-4652-8F26-0AEBE097AB98}" type="presParOf" srcId="{4BECF86D-1146-4EFE-9CD0-F687C7E2CE8F}" destId="{AC4F725C-765D-4F12-8EFB-4957DE07325D}" srcOrd="1" destOrd="0" presId="urn:microsoft.com/office/officeart/2005/8/layout/hierarchy1"/>
    <dgm:cxn modelId="{CA1EE022-227E-488E-9CEE-7301BA6B0E36}" type="presParOf" srcId="{D8F69A5B-0789-4A70-BE12-E6ECB623E146}" destId="{C347972A-D6AE-4E15-BC81-936918A8ABA2}" srcOrd="1" destOrd="0" presId="urn:microsoft.com/office/officeart/2005/8/layout/hierarchy1"/>
    <dgm:cxn modelId="{AFDCBDA7-4B0D-4BEB-A9DF-E9B024E8E89A}" type="presParOf" srcId="{C347972A-D6AE-4E15-BC81-936918A8ABA2}" destId="{F485060B-ACC1-47D6-B8D3-79C309F0708B}" srcOrd="0" destOrd="0" presId="urn:microsoft.com/office/officeart/2005/8/layout/hierarchy1"/>
    <dgm:cxn modelId="{2BE6F664-C84B-4E25-9E6E-264DB4AD7BB7}" type="presParOf" srcId="{F485060B-ACC1-47D6-B8D3-79C309F0708B}" destId="{FBC35BC9-06F8-4C0F-AEAB-C869BE1EF816}" srcOrd="0" destOrd="0" presId="urn:microsoft.com/office/officeart/2005/8/layout/hierarchy1"/>
    <dgm:cxn modelId="{DD6D9DC6-B0E8-4FAC-B35A-829CE6FEA59E}" type="presParOf" srcId="{F485060B-ACC1-47D6-B8D3-79C309F0708B}" destId="{E2397D5D-6C9E-49A7-B6B9-910C17592D51}" srcOrd="1" destOrd="0" presId="urn:microsoft.com/office/officeart/2005/8/layout/hierarchy1"/>
    <dgm:cxn modelId="{D5DFBFFD-E300-4050-805C-61373CDD4469}" type="presParOf" srcId="{C347972A-D6AE-4E15-BC81-936918A8ABA2}" destId="{ACC6F24F-FB7F-4678-A6A9-4BA7D406AD80}" srcOrd="1" destOrd="0" presId="urn:microsoft.com/office/officeart/2005/8/layout/hierarchy1"/>
    <dgm:cxn modelId="{49E0F2C5-57A3-47D2-B3CA-02499676A507}" type="presParOf" srcId="{D8F69A5B-0789-4A70-BE12-E6ECB623E146}" destId="{0EB86CE3-E29F-4886-8276-EC8EF09FC948}" srcOrd="2" destOrd="0" presId="urn:microsoft.com/office/officeart/2005/8/layout/hierarchy1"/>
    <dgm:cxn modelId="{3FF763FF-7DA0-47B4-9D1E-9DB844060AA4}" type="presParOf" srcId="{0EB86CE3-E29F-4886-8276-EC8EF09FC948}" destId="{E791B2D2-FA36-453B-9377-1D7252DD3B29}" srcOrd="0" destOrd="0" presId="urn:microsoft.com/office/officeart/2005/8/layout/hierarchy1"/>
    <dgm:cxn modelId="{50D9C912-A2EF-43D2-A827-7AAF969B323E}" type="presParOf" srcId="{E791B2D2-FA36-453B-9377-1D7252DD3B29}" destId="{4E049278-138C-415B-B9EE-2ACAF9F1DE60}" srcOrd="0" destOrd="0" presId="urn:microsoft.com/office/officeart/2005/8/layout/hierarchy1"/>
    <dgm:cxn modelId="{19DAF097-FE0F-42F7-9B65-F702876752E3}" type="presParOf" srcId="{E791B2D2-FA36-453B-9377-1D7252DD3B29}" destId="{0E524C14-E836-449C-8523-B4B7D9939475}" srcOrd="1" destOrd="0" presId="urn:microsoft.com/office/officeart/2005/8/layout/hierarchy1"/>
    <dgm:cxn modelId="{7175660C-8D2D-4FAC-B7E1-D93C17ADE0EB}" type="presParOf" srcId="{0EB86CE3-E29F-4886-8276-EC8EF09FC948}" destId="{77D692F2-D308-478E-A579-FC93A52474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6FF8C-4C0A-4EC4-9C47-4A8B165EAA9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07762-2A6D-4984-A5EC-5A25CBBFA32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solidFill>
                <a:srgbClr val="000000"/>
              </a:solidFill>
              <a:latin typeface="Aptos" panose="020B0004020202020204"/>
              <a:ea typeface="+mn-ea"/>
              <a:cs typeface="+mn-cs"/>
            </a:rPr>
            <a:t>Current applications are not low-cost, require bulky libraries or MATLAB, and are not intuitive for new users</a:t>
          </a:r>
        </a:p>
      </dsp:txBody>
      <dsp:txXfrm>
        <a:off x="608661" y="692298"/>
        <a:ext cx="4508047" cy="2799040"/>
      </dsp:txXfrm>
    </dsp:sp>
    <dsp:sp modelId="{34EC08CB-F3EC-4068-A44D-24BB034291B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EFE81-19F4-41E8-A085-F688BEB820A5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Aptos"/>
              <a:ea typeface="Calibri"/>
              <a:cs typeface="Calibri"/>
            </a:rPr>
            <a:t>Our application will run natively, rely on few dependencies, and provide a pipeline to process and visualize </a:t>
          </a:r>
          <a:r>
            <a:rPr lang="en-US" sz="2800" b="0" kern="1200" err="1">
              <a:latin typeface="Aptos"/>
              <a:ea typeface="Calibri"/>
              <a:cs typeface="Calibri"/>
            </a:rPr>
            <a:t>ErrP's</a:t>
          </a:r>
          <a:endParaRPr lang="en-US" sz="2800" b="0" kern="1200" err="1">
            <a:latin typeface="Aptos" panose="020B0004020202020204"/>
            <a:ea typeface="+mn-ea"/>
            <a:cs typeface="+mn-cs"/>
          </a:endParaRP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7E2BD-9D7B-4230-8DE8-4AD848DB3B37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1BE31-F50B-4C80-B190-9B6011E880A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/>
              <a:ea typeface="+mn-ea"/>
              <a:cs typeface="+mn-cs"/>
            </a:rPr>
            <a:t>Front End:</a:t>
          </a:r>
          <a:r>
            <a:rPr lang="en-US" sz="2300" kern="1200">
              <a:latin typeface="Aptos"/>
              <a:ea typeface="+mn-ea"/>
              <a:cs typeface="+mn-cs"/>
            </a:rPr>
            <a:t> Added tabs, the ability to save graphs​, the capability to select multiple channels, the parsing of CSVs, and an animated topographic map to the GUI </a:t>
          </a:r>
        </a:p>
      </dsp:txBody>
      <dsp:txXfrm>
        <a:off x="608661" y="692298"/>
        <a:ext cx="4508047" cy="2799040"/>
      </dsp:txXfrm>
    </dsp:sp>
    <dsp:sp modelId="{D0E86E81-7390-4647-937D-5BE704102678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1DAA-6191-481E-B351-4E836100EE25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 panose="020B0004020202020204"/>
              <a:ea typeface="+mn-ea"/>
              <a:cs typeface="+mn-cs"/>
            </a:rPr>
            <a:t>Back End:</a:t>
          </a:r>
          <a:r>
            <a:rPr lang="en-US" sz="2300" b="0" kern="1200">
              <a:latin typeface="Aptos" panose="020B0004020202020204"/>
              <a:ea typeface="+mn-ea"/>
              <a:cs typeface="+mn-cs"/>
            </a:rPr>
            <a:t> Added a command line flag to load a dataset directly into the application on start up, set up proper logging and another command line flag to choose log level, created an executable using </a:t>
          </a:r>
          <a:r>
            <a:rPr lang="en-US" sz="2300" b="0" kern="1200" err="1">
              <a:latin typeface="Aptos" panose="020B0004020202020204"/>
              <a:ea typeface="+mn-ea"/>
              <a:cs typeface="+mn-cs"/>
            </a:rPr>
            <a:t>PyInstaller</a:t>
          </a:r>
          <a:r>
            <a:rPr lang="en-US" sz="2300" b="0" kern="1200">
              <a:latin typeface="Aptos" panose="020B0004020202020204"/>
              <a:ea typeface="+mn-ea"/>
              <a:cs typeface="+mn-cs"/>
            </a:rPr>
            <a:t>, and deployed the application on a Cloud VM</a:t>
          </a:r>
          <a:endParaRPr lang="en-US" sz="2300" kern="1200">
            <a:latin typeface="Aptos" panose="020B0004020202020204"/>
            <a:ea typeface="+mn-ea"/>
            <a:cs typeface="+mn-cs"/>
          </a:endParaRPr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91FAB-E029-4294-8088-C5A7E35D5C4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39803-3339-4587-9FC3-2E5156B8235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  <a:ea typeface="Calibri"/>
              <a:cs typeface="Calibri"/>
            </a:rPr>
            <a:t>Accept an epoch CSV file with event file and combine into a single .set file</a:t>
          </a:r>
        </a:p>
      </dsp:txBody>
      <dsp:txXfrm>
        <a:off x="608661" y="692298"/>
        <a:ext cx="4508047" cy="2799040"/>
      </dsp:txXfrm>
    </dsp:sp>
    <dsp:sp modelId="{D0E86E81-7390-4647-937D-5BE704102678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1DAA-6191-481E-B351-4E836100EE25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  <a:ea typeface="Calibri"/>
              <a:cs typeface="Calibri"/>
            </a:rPr>
            <a:t>Narrowed scope of the flanker task, will now utilize some existing implementations </a:t>
          </a:r>
          <a:r>
            <a:rPr lang="en-US" sz="2300" kern="1200" err="1">
              <a:latin typeface="Aptos"/>
              <a:ea typeface="Calibri"/>
              <a:cs typeface="Calibri"/>
            </a:rPr>
            <a:t>inste</a:t>
          </a:r>
          <a:r>
            <a:rPr lang="en-US" sz="2300" kern="1200">
              <a:latin typeface="Aptos"/>
              <a:ea typeface="Calibri"/>
              <a:cs typeface="Calibri"/>
            </a:rPr>
            <a:t>ad of </a:t>
          </a:r>
          <a:r>
            <a:rPr lang="en-US" sz="2300" kern="1200" err="1">
              <a:latin typeface="Aptos"/>
              <a:ea typeface="Calibri"/>
              <a:cs typeface="Calibri"/>
            </a:rPr>
            <a:t>mak</a:t>
          </a:r>
          <a:r>
            <a:rPr lang="en-US" sz="2300" kern="1200">
              <a:latin typeface="Aptos"/>
              <a:ea typeface="Calibri"/>
              <a:cs typeface="Calibri"/>
            </a:rPr>
            <a:t>ing a custom one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E187D-D561-43C7-A004-79E96725E79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D6093-0EA3-4F0A-B02E-E8144B6FB8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Calibri"/>
              <a:cs typeface="Calibri"/>
            </a:rPr>
            <a:t>Prioritize data anonymity:</a:t>
          </a:r>
          <a:r>
            <a:rPr lang="en-US" sz="2300" kern="1200">
              <a:latin typeface="Aptos Display"/>
              <a:ea typeface="Calibri"/>
              <a:cs typeface="Calibri"/>
            </a:rPr>
            <a:t> De-identify incoming data and avoid storing raw data longer than we must</a:t>
          </a:r>
        </a:p>
      </dsp:txBody>
      <dsp:txXfrm>
        <a:off x="608661" y="692298"/>
        <a:ext cx="4508047" cy="2799040"/>
      </dsp:txXfrm>
    </dsp:sp>
    <dsp:sp modelId="{A4748C07-1C2E-4F52-B58B-47FA14E24689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21D42-CADB-4909-BDC6-C8914F3D4C3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solidFill>
                <a:srgbClr val="000000"/>
              </a:solidFill>
              <a:latin typeface="Aptos Display"/>
              <a:ea typeface="Calibri"/>
              <a:cs typeface="Calibri"/>
            </a:rPr>
            <a:t>Implement ganglion device security:</a:t>
          </a:r>
          <a:r>
            <a:rPr lang="en-US" sz="2300" kern="1200">
              <a:solidFill>
                <a:srgbClr val="000000"/>
              </a:solidFill>
              <a:latin typeface="Aptos Display"/>
              <a:ea typeface="Calibri"/>
              <a:cs typeface="Calibri"/>
            </a:rPr>
            <a:t> Require device authenticity and implement communication encryption</a:t>
          </a:r>
        </a:p>
      </dsp:txBody>
      <dsp:txXfrm>
        <a:off x="6331365" y="692298"/>
        <a:ext cx="4508047" cy="2799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E187D-D561-43C7-A004-79E96725E79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D6093-0EA3-4F0A-B02E-E8144B6FB8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/>
              <a:ea typeface="Calibri"/>
              <a:cs typeface="Calibri"/>
            </a:rPr>
            <a:t>Not completed:</a:t>
          </a:r>
          <a:r>
            <a:rPr lang="en-US" sz="2300" kern="1200">
              <a:latin typeface="Aptos"/>
              <a:ea typeface="Calibri"/>
              <a:cs typeface="Calibri"/>
            </a:rPr>
            <a:t> </a:t>
          </a:r>
          <a:br>
            <a:rPr lang="en-US" sz="2300" kern="1200">
              <a:latin typeface="Aptos"/>
              <a:ea typeface="Calibri"/>
              <a:cs typeface="Calibri"/>
            </a:rPr>
          </a:br>
          <a:r>
            <a:rPr lang="en-US" sz="2300" kern="1200">
              <a:latin typeface="Aptos"/>
              <a:ea typeface="Calibri"/>
              <a:cs typeface="Calibri"/>
            </a:rPr>
            <a:t>Event labels</a:t>
          </a:r>
          <a:br>
            <a:rPr lang="en-US" sz="2300" kern="1200">
              <a:latin typeface="Aptos"/>
              <a:ea typeface="Calibri"/>
              <a:cs typeface="Calibri"/>
            </a:rPr>
          </a:br>
          <a:r>
            <a:rPr lang="en-US" sz="2300" kern="1200">
              <a:latin typeface="Aptos"/>
              <a:ea typeface="Calibri"/>
              <a:cs typeface="Calibri"/>
            </a:rPr>
            <a:t>Integrating Ganglion</a:t>
          </a:r>
          <a:br>
            <a:rPr lang="en-US" sz="2300" kern="1200">
              <a:latin typeface="Aptos"/>
              <a:ea typeface="Calibri"/>
              <a:cs typeface="Calibri"/>
            </a:rPr>
          </a:br>
          <a:r>
            <a:rPr lang="en-US" sz="2300" kern="1200">
              <a:latin typeface="Aptos"/>
              <a:ea typeface="Calibri"/>
              <a:cs typeface="Calibri"/>
            </a:rPr>
            <a:t>Flanker Task</a:t>
          </a:r>
        </a:p>
      </dsp:txBody>
      <dsp:txXfrm>
        <a:off x="608661" y="692298"/>
        <a:ext cx="4508047" cy="2799040"/>
      </dsp:txXfrm>
    </dsp:sp>
    <dsp:sp modelId="{A4748C07-1C2E-4F52-B58B-47FA14E24689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21D42-CADB-4909-BDC6-C8914F3D4C3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solidFill>
                <a:srgbClr val="000000"/>
              </a:solidFill>
              <a:latin typeface="Aptos"/>
              <a:ea typeface="Calibri"/>
              <a:cs typeface="Calibri"/>
            </a:rPr>
            <a:t>Lessons learned:</a:t>
          </a:r>
          <a: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  <a:t> </a:t>
          </a:r>
          <a:b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  <a:t>New .csv Format</a:t>
          </a:r>
          <a:b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  <a:t>Managing Scope</a:t>
          </a:r>
          <a:b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</a:br>
          <a:r>
            <a:rPr lang="en-US" sz="2300" kern="1200">
              <a:solidFill>
                <a:srgbClr val="000000"/>
              </a:solidFill>
              <a:latin typeface="Aptos"/>
              <a:ea typeface="Calibri"/>
              <a:cs typeface="Calibri"/>
            </a:rPr>
            <a:t>Quality of Life Updates</a:t>
          </a:r>
        </a:p>
      </dsp:txBody>
      <dsp:txXfrm>
        <a:off x="6331365" y="692298"/>
        <a:ext cx="4508047" cy="2799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7DBB9-4AD5-497B-85AD-226753791BC3}">
      <dsp:nvSpPr>
        <dsp:cNvPr id="0" name=""/>
        <dsp:cNvSpPr/>
      </dsp:nvSpPr>
      <dsp:spPr>
        <a:xfrm>
          <a:off x="0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709B8-CE6D-4B28-8E22-D280153137C5}">
      <dsp:nvSpPr>
        <dsp:cNvPr id="0" name=""/>
        <dsp:cNvSpPr/>
      </dsp:nvSpPr>
      <dsp:spPr>
        <a:xfrm>
          <a:off x="356724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Sophia:</a:t>
          </a:r>
          <a:r>
            <a:rPr lang="en-US" sz="2300" kern="1200">
              <a:latin typeface="Aptos Display"/>
              <a:ea typeface="+mn-ea"/>
              <a:cs typeface="+mn-cs"/>
            </a:rPr>
            <a:t> Added ability to convert .csv to .set files, fixed topo map for fewer sensors, worked on log fixes</a:t>
          </a:r>
        </a:p>
      </dsp:txBody>
      <dsp:txXfrm>
        <a:off x="416435" y="1037664"/>
        <a:ext cx="3091095" cy="1919256"/>
      </dsp:txXfrm>
    </dsp:sp>
    <dsp:sp modelId="{1D1CBFBB-6F5A-408E-B4E2-33D61152286C}">
      <dsp:nvSpPr>
        <dsp:cNvPr id="0" name=""/>
        <dsp:cNvSpPr/>
      </dsp:nvSpPr>
      <dsp:spPr>
        <a:xfrm>
          <a:off x="3923966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EAB1E-3EBF-41CC-B666-C68327CF5F51}">
      <dsp:nvSpPr>
        <dsp:cNvPr id="0" name=""/>
        <dsp:cNvSpPr/>
      </dsp:nvSpPr>
      <dsp:spPr>
        <a:xfrm>
          <a:off x="4280690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Alexander: </a:t>
          </a:r>
          <a:r>
            <a:rPr lang="en-US" sz="2300" b="0" kern="1200">
              <a:latin typeface="Aptos Display"/>
              <a:ea typeface="+mn-ea"/>
              <a:cs typeface="+mn-cs"/>
            </a:rPr>
            <a:t>Built file validation for </a:t>
          </a:r>
          <a:r>
            <a:rPr lang="en-US" sz="2300" kern="1200">
              <a:latin typeface="Aptos Display"/>
              <a:ea typeface="+mn-ea"/>
              <a:cs typeface="+mn-cs"/>
            </a:rPr>
            <a:t>security, added save  graph functionality,  continued </a:t>
          </a:r>
          <a:r>
            <a:rPr lang="en-US" sz="2300" kern="1200" err="1">
              <a:latin typeface="Aptos Display"/>
              <a:ea typeface="+mn-ea"/>
              <a:cs typeface="+mn-cs"/>
            </a:rPr>
            <a:t>gui</a:t>
          </a:r>
          <a:r>
            <a:rPr lang="en-US" sz="2300" kern="1200">
              <a:latin typeface="Aptos Display"/>
              <a:ea typeface="+mn-ea"/>
              <a:cs typeface="+mn-cs"/>
            </a:rPr>
            <a:t> improvements</a:t>
          </a:r>
        </a:p>
      </dsp:txBody>
      <dsp:txXfrm>
        <a:off x="4340401" y="1037664"/>
        <a:ext cx="3091095" cy="1919256"/>
      </dsp:txXfrm>
    </dsp:sp>
    <dsp:sp modelId="{B70CB33C-A58D-41AA-804B-F2348880661C}">
      <dsp:nvSpPr>
        <dsp:cNvPr id="0" name=""/>
        <dsp:cNvSpPr/>
      </dsp:nvSpPr>
      <dsp:spPr>
        <a:xfrm>
          <a:off x="7847932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48201-32D2-4D36-9553-860079FAFA2A}">
      <dsp:nvSpPr>
        <dsp:cNvPr id="0" name=""/>
        <dsp:cNvSpPr/>
      </dsp:nvSpPr>
      <dsp:spPr>
        <a:xfrm>
          <a:off x="8204656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Brody:</a:t>
          </a:r>
          <a:r>
            <a:rPr lang="en-US" sz="2300" kern="1200">
              <a:latin typeface="Aptos Display"/>
              <a:ea typeface="+mn-ea"/>
              <a:cs typeface="+mn-cs"/>
            </a:rPr>
            <a:t> Added command line arguments for file loading and log level, created executable, deployed application on a cloud VM</a:t>
          </a:r>
        </a:p>
      </dsp:txBody>
      <dsp:txXfrm>
        <a:off x="8264367" y="1037664"/>
        <a:ext cx="3091095" cy="19192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E187D-D561-43C7-A004-79E96725E79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D6093-0EA3-4F0A-B02E-E8144B6FB8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/>
              <a:ea typeface="Calibri"/>
              <a:cs typeface="Calibri"/>
            </a:rPr>
            <a:t>Ali: </a:t>
          </a:r>
          <a:r>
            <a:rPr lang="en-US" sz="2300" b="0" kern="1200">
              <a:latin typeface="Aptos"/>
              <a:ea typeface="Calibri"/>
              <a:cs typeface="Calibri"/>
            </a:rPr>
            <a:t>Created tabbed view for multiple files, help dialogue, record button, and other small UI and project site updates</a:t>
          </a:r>
        </a:p>
      </dsp:txBody>
      <dsp:txXfrm>
        <a:off x="608661" y="692298"/>
        <a:ext cx="4508047" cy="2799040"/>
      </dsp:txXfrm>
    </dsp:sp>
    <dsp:sp modelId="{A4748C07-1C2E-4F52-B58B-47FA14E24689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21D42-CADB-4909-BDC6-C8914F3D4C3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/>
              <a:ea typeface="Calibri"/>
              <a:cs typeface="Calibri"/>
            </a:rPr>
            <a:t>Will: </a:t>
          </a:r>
          <a:r>
            <a:rPr lang="en-US" sz="2300" b="0" kern="1200">
              <a:latin typeface="Aptos"/>
              <a:ea typeface="Calibri"/>
              <a:cs typeface="Calibri"/>
            </a:rPr>
            <a:t>Added </a:t>
          </a:r>
          <a:r>
            <a:rPr lang="en-US" sz="2300" b="0" kern="1200" err="1">
              <a:latin typeface="Aptos"/>
              <a:ea typeface="Calibri"/>
              <a:cs typeface="Calibri"/>
            </a:rPr>
            <a:t>topomap</a:t>
          </a:r>
          <a:r>
            <a:rPr lang="en-US" sz="2300" b="0" kern="1200">
              <a:latin typeface="Aptos"/>
              <a:ea typeface="Calibri"/>
              <a:cs typeface="Calibri"/>
            </a:rPr>
            <a:t> animation feature, added loading bar when loading files, and other UI updates</a:t>
          </a:r>
        </a:p>
      </dsp:txBody>
      <dsp:txXfrm>
        <a:off x="6331365" y="692298"/>
        <a:ext cx="4508047" cy="27990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7DBB9-4AD5-497B-85AD-226753791BC3}">
      <dsp:nvSpPr>
        <dsp:cNvPr id="0" name=""/>
        <dsp:cNvSpPr/>
      </dsp:nvSpPr>
      <dsp:spPr>
        <a:xfrm>
          <a:off x="0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709B8-CE6D-4B28-8E22-D280153137C5}">
      <dsp:nvSpPr>
        <dsp:cNvPr id="0" name=""/>
        <dsp:cNvSpPr/>
      </dsp:nvSpPr>
      <dsp:spPr>
        <a:xfrm>
          <a:off x="356724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Core development: </a:t>
          </a:r>
          <a:r>
            <a:rPr lang="en-US" sz="2300" b="0" kern="1200">
              <a:latin typeface="Aptos Display"/>
              <a:ea typeface="+mn-ea"/>
              <a:cs typeface="+mn-cs"/>
            </a:rPr>
            <a:t>PyQt5, Matplotlib, SciPy, UV (GUI &amp; visualization, package manager)</a:t>
          </a:r>
        </a:p>
      </dsp:txBody>
      <dsp:txXfrm>
        <a:off x="416435" y="1037664"/>
        <a:ext cx="3091095" cy="1919256"/>
      </dsp:txXfrm>
    </dsp:sp>
    <dsp:sp modelId="{FBC35BC9-06F8-4C0F-AEAB-C869BE1EF816}">
      <dsp:nvSpPr>
        <dsp:cNvPr id="0" name=""/>
        <dsp:cNvSpPr/>
      </dsp:nvSpPr>
      <dsp:spPr>
        <a:xfrm>
          <a:off x="3923966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97D5D-6C9E-49A7-B6B9-910C17592D51}">
      <dsp:nvSpPr>
        <dsp:cNvPr id="0" name=""/>
        <dsp:cNvSpPr/>
      </dsp:nvSpPr>
      <dsp:spPr>
        <a:xfrm>
          <a:off x="4280690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Hardware: </a:t>
          </a:r>
          <a:r>
            <a:rPr lang="en-US" sz="2300" b="0" kern="1200" err="1">
              <a:latin typeface="Aptos Display"/>
              <a:ea typeface="+mn-ea"/>
              <a:cs typeface="+mn-cs"/>
            </a:rPr>
            <a:t>OpenBCI</a:t>
          </a:r>
          <a:r>
            <a:rPr lang="en-US" sz="2300" b="0" kern="1200">
              <a:latin typeface="Aptos Display"/>
              <a:ea typeface="+mn-ea"/>
              <a:cs typeface="+mn-cs"/>
            </a:rPr>
            <a:t> ganglion, Muse headband (EEG headsets)</a:t>
          </a:r>
        </a:p>
      </dsp:txBody>
      <dsp:txXfrm>
        <a:off x="4340401" y="1037664"/>
        <a:ext cx="3091095" cy="1919256"/>
      </dsp:txXfrm>
    </dsp:sp>
    <dsp:sp modelId="{4E049278-138C-415B-B9EE-2ACAF9F1DE60}">
      <dsp:nvSpPr>
        <dsp:cNvPr id="0" name=""/>
        <dsp:cNvSpPr/>
      </dsp:nvSpPr>
      <dsp:spPr>
        <a:xfrm>
          <a:off x="7847932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24C14-E836-449C-8523-B4B7D9939475}">
      <dsp:nvSpPr>
        <dsp:cNvPr id="0" name=""/>
        <dsp:cNvSpPr/>
      </dsp:nvSpPr>
      <dsp:spPr>
        <a:xfrm>
          <a:off x="8204656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 Display"/>
              <a:ea typeface="+mn-ea"/>
              <a:cs typeface="+mn-cs"/>
            </a:rPr>
            <a:t>Deployment:</a:t>
          </a:r>
          <a:r>
            <a:rPr lang="en-US" sz="2300" b="0" kern="1200">
              <a:latin typeface="Aptos Display"/>
              <a:ea typeface="+mn-ea"/>
              <a:cs typeface="+mn-cs"/>
            </a:rPr>
            <a:t> </a:t>
          </a:r>
          <a:r>
            <a:rPr lang="en-US" sz="2300" b="0" kern="1200" err="1">
              <a:latin typeface="Aptos Display"/>
              <a:ea typeface="+mn-ea"/>
              <a:cs typeface="+mn-cs"/>
            </a:rPr>
            <a:t>PyInstaller</a:t>
          </a:r>
          <a:r>
            <a:rPr lang="en-US" sz="2300" b="0" kern="1200">
              <a:latin typeface="Aptos Display"/>
              <a:ea typeface="+mn-ea"/>
              <a:cs typeface="+mn-cs"/>
            </a:rPr>
            <a:t>, Google Cloud, Git &amp; GitHub (cloud application and version control)</a:t>
          </a:r>
        </a:p>
      </dsp:txBody>
      <dsp:txXfrm>
        <a:off x="8264367" y="1037664"/>
        <a:ext cx="3091095" cy="1919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38217-5260-4B5D-92AA-2A65FFE49055}" type="datetimeFigureOut"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0908A-8779-4C92-A3C4-5E322F4739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4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Fix bugs from Sprint 1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UI updates</a:t>
            </a:r>
          </a:p>
          <a:p>
            <a:pPr marL="800100" lvl="1" indent="-342900">
              <a:lnSpc>
                <a:spcPct val="120000"/>
              </a:lnSpc>
              <a:spcBef>
                <a:spcPts val="500"/>
              </a:spcBef>
              <a:buAutoNum type="arabicPeriod"/>
            </a:pPr>
            <a:r>
              <a:rPr lang="en-US" err="1"/>
              <a:t>Topomap</a:t>
            </a:r>
            <a:r>
              <a:rPr lang="en-US"/>
              <a:t> animated option, loading bar when loading file, </a:t>
            </a:r>
            <a:r>
              <a:rPr lang="en-US" err="1"/>
              <a:t>darkmode</a:t>
            </a:r>
            <a:r>
              <a:rPr lang="en-US"/>
              <a:t> updates, and tabbed view for multiple files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File validation for cyber security</a:t>
            </a:r>
          </a:p>
          <a:p>
            <a:pPr marL="800100" lvl="1" indent="-342900">
              <a:lnSpc>
                <a:spcPct val="120000"/>
              </a:lnSpc>
              <a:spcBef>
                <a:spcPts val="500"/>
              </a:spcBef>
              <a:buAutoNum type="arabicPeriod"/>
            </a:pPr>
            <a:r>
              <a:rPr lang="en-US"/>
              <a:t>Added file validator to prevent cyber security attacks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Package application with </a:t>
            </a:r>
            <a:r>
              <a:rPr lang="en-US" err="1"/>
              <a:t>PyInstaller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Create log system</a:t>
            </a:r>
          </a:p>
          <a:p>
            <a:pPr marL="800100" lvl="1" indent="-342900">
              <a:lnSpc>
                <a:spcPct val="120000"/>
              </a:lnSpc>
              <a:spcBef>
                <a:spcPts val="500"/>
              </a:spcBef>
              <a:buAutoNum type="arabicPeriod"/>
            </a:pPr>
            <a:r>
              <a:rPr lang="en-US"/>
              <a:t>This was done to reduce the large amount of lines printed to </a:t>
            </a:r>
            <a:r>
              <a:rPr lang="en-US" err="1"/>
              <a:t>theterminal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AutoNum type="arabicPeriod"/>
            </a:pPr>
            <a:r>
              <a:rPr lang="en-US"/>
              <a:t>Get application running in the cloud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908A-8779-4C92-A3C4-5E322F47391C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5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861657-225E-70B8-65F8-CDCF9454F702}"/>
              </a:ext>
            </a:extLst>
          </p:cNvPr>
          <p:cNvSpPr/>
          <p:nvPr/>
        </p:nvSpPr>
        <p:spPr>
          <a:xfrm>
            <a:off x="627380" y="3738880"/>
            <a:ext cx="10934700" cy="2908300"/>
          </a:xfrm>
          <a:prstGeom prst="roundRect">
            <a:avLst/>
          </a:prstGeom>
          <a:solidFill>
            <a:srgbClr val="0E2841"/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3663413"/>
            <a:ext cx="10506456" cy="1485514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EEG-Based Error Related Potentials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5357897"/>
            <a:ext cx="10506456" cy="9283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Site: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https://aliburkemper12.github.io/Capstone-Project-Site/#/</a:t>
            </a:r>
          </a:p>
          <a:p>
            <a:r>
              <a:rPr lang="en-US">
                <a:solidFill>
                  <a:schemeClr val="bg1"/>
                </a:solidFill>
              </a:rPr>
              <a:t>GitHub: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https://github.com/wrmulhern/CS495-EEG-Based-Error-Potentials</a:t>
            </a:r>
          </a:p>
        </p:txBody>
      </p:sp>
      <p:pic>
        <p:nvPicPr>
          <p:cNvPr id="11" name="Picture 10" descr="A person wearing glasses and a purple jacket&#10;&#10;AI-generated content may be incorrect.">
            <a:extLst>
              <a:ext uri="{FF2B5EF4-FFF2-40B4-BE49-F238E27FC236}">
                <a16:creationId xmlns:a16="http://schemas.microsoft.com/office/drawing/2014/main" id="{4DC6A1E1-87BB-B0EB-5166-F935FDE7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56" r="9534" b="18412"/>
          <a:stretch>
            <a:fillRect/>
          </a:stretch>
        </p:blipFill>
        <p:spPr>
          <a:xfrm>
            <a:off x="184558" y="187900"/>
            <a:ext cx="2255791" cy="2574286"/>
          </a:xfrm>
          <a:prstGeom prst="rect">
            <a:avLst/>
          </a:prstGeom>
        </p:spPr>
      </p:pic>
      <p:pic>
        <p:nvPicPr>
          <p:cNvPr id="13" name="Picture 12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40CDFFFA-4C1F-FB3C-5291-68B4CF8E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8" r="5057" b="19964"/>
          <a:stretch>
            <a:fillRect/>
          </a:stretch>
        </p:blipFill>
        <p:spPr>
          <a:xfrm>
            <a:off x="2575696" y="187900"/>
            <a:ext cx="2253277" cy="2525308"/>
          </a:xfrm>
          <a:prstGeom prst="rect">
            <a:avLst/>
          </a:prstGeom>
        </p:spPr>
      </p:pic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35BBFE46-9112-51A3-AA7C-19250FC1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45" r="6741" b="20289"/>
          <a:stretch>
            <a:fillRect/>
          </a:stretch>
        </p:blipFill>
        <p:spPr>
          <a:xfrm>
            <a:off x="4966833" y="187900"/>
            <a:ext cx="2258945" cy="2515053"/>
          </a:xfrm>
          <a:prstGeom prst="rect">
            <a:avLst/>
          </a:prstGeom>
        </p:spPr>
      </p:pic>
      <p:pic>
        <p:nvPicPr>
          <p:cNvPr id="7" name="Picture 6" descr="A person smiling in a circle&#10;&#10;AI-generated content may be incorrect.">
            <a:extLst>
              <a:ext uri="{FF2B5EF4-FFF2-40B4-BE49-F238E27FC236}">
                <a16:creationId xmlns:a16="http://schemas.microsoft.com/office/drawing/2014/main" id="{5A699F53-078F-43E1-3417-77075B1AD6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41" r="13144" b="19747"/>
          <a:stretch>
            <a:fillRect/>
          </a:stretch>
        </p:blipFill>
        <p:spPr>
          <a:xfrm>
            <a:off x="7357971" y="187900"/>
            <a:ext cx="2258734" cy="2532091"/>
          </a:xfrm>
          <a:prstGeom prst="rect">
            <a:avLst/>
          </a:prstGeom>
        </p:spPr>
      </p:pic>
      <p:pic>
        <p:nvPicPr>
          <p:cNvPr id="6" name="Picture 5" descr="A person with long hair wearing a grey jacket&#10;&#10;AI-generated content may be incorrect.">
            <a:extLst>
              <a:ext uri="{FF2B5EF4-FFF2-40B4-BE49-F238E27FC236}">
                <a16:creationId xmlns:a16="http://schemas.microsoft.com/office/drawing/2014/main" id="{058E3ACE-BFDD-21CC-6FFF-6C592AFC3F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34" r="16803" b="21516"/>
          <a:stretch>
            <a:fillRect/>
          </a:stretch>
        </p:blipFill>
        <p:spPr>
          <a:xfrm>
            <a:off x="9749109" y="187900"/>
            <a:ext cx="2257921" cy="24763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A414C4-4A08-5214-57B0-4AE2F0AB1226}"/>
              </a:ext>
            </a:extLst>
          </p:cNvPr>
          <p:cNvSpPr txBox="1"/>
          <p:nvPr/>
        </p:nvSpPr>
        <p:spPr>
          <a:xfrm>
            <a:off x="276315" y="2720186"/>
            <a:ext cx="12408675" cy="466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Sophia </a:t>
            </a:r>
            <a:r>
              <a:rPr lang="en-US" sz="2400" err="1"/>
              <a:t>Kyemba</a:t>
            </a:r>
            <a:r>
              <a:rPr lang="en-US" sz="2400"/>
              <a:t>   Alexander Steffey       Will Mulhern          Brody Greene          Ali Burkemper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1C381-F9EE-0D53-DC20-7105BB56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C854AC-EFE3-D7D3-BD78-A530CD60D7CF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15BFB-3835-EFCE-B067-08B42B13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26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Project 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5C1FD6-A068-98E2-23F3-69AB5D3C4C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AB0CF564-3680-585A-D63B-D65B140EDC28}"/>
              </a:ext>
            </a:extLst>
          </p:cNvPr>
          <p:cNvSpPr txBox="1"/>
          <p:nvPr/>
        </p:nvSpPr>
        <p:spPr>
          <a:xfrm>
            <a:off x="2335965" y="1924293"/>
            <a:ext cx="7540074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>
                <a:latin typeface="Calibri"/>
                <a:ea typeface="Calibri"/>
                <a:cs typeface="Calibri"/>
              </a:rPr>
              <a:t>Create a Low-Cost </a:t>
            </a:r>
            <a:r>
              <a:rPr lang="en-US" sz="3000" b="1" err="1">
                <a:latin typeface="Calibri"/>
                <a:ea typeface="Calibri"/>
                <a:cs typeface="Calibri"/>
              </a:rPr>
              <a:t>ErrP</a:t>
            </a:r>
            <a:r>
              <a:rPr lang="en-US" sz="3000" b="1">
                <a:latin typeface="Calibri"/>
                <a:ea typeface="Calibri"/>
                <a:cs typeface="Calibri"/>
              </a:rPr>
              <a:t> Validation Framework</a:t>
            </a:r>
            <a:endParaRPr lang="en-US" sz="3000" b="1"/>
          </a:p>
        </p:txBody>
      </p:sp>
    </p:spTree>
    <p:extLst>
      <p:ext uri="{BB962C8B-B14F-4D97-AF65-F5344CB8AC3E}">
        <p14:creationId xmlns:p14="http://schemas.microsoft.com/office/powerpoint/2010/main" val="359335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E16D2B-A8C0-A9D2-C2B4-3463D68D5A5C}"/>
              </a:ext>
            </a:extLst>
          </p:cNvPr>
          <p:cNvSpPr/>
          <p:nvPr/>
        </p:nvSpPr>
        <p:spPr>
          <a:xfrm>
            <a:off x="6360355" y="2210742"/>
            <a:ext cx="5362936" cy="376177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B4257E-C84E-62CF-E942-1ECCFBEFAFC0}"/>
              </a:ext>
            </a:extLst>
          </p:cNvPr>
          <p:cNvSpPr/>
          <p:nvPr/>
        </p:nvSpPr>
        <p:spPr>
          <a:xfrm>
            <a:off x="490298" y="2197451"/>
            <a:ext cx="5362936" cy="376177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577F63-C9B6-71F5-7C43-DF0BF578A674}"/>
              </a:ext>
            </a:extLst>
          </p:cNvPr>
          <p:cNvSpPr/>
          <p:nvPr/>
        </p:nvSpPr>
        <p:spPr>
          <a:xfrm>
            <a:off x="11951" y="374099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7C5445-36B9-4233-1593-1DEDB252643C}"/>
              </a:ext>
            </a:extLst>
          </p:cNvPr>
          <p:cNvSpPr txBox="1">
            <a:spLocks/>
          </p:cNvSpPr>
          <p:nvPr/>
        </p:nvSpPr>
        <p:spPr>
          <a:xfrm>
            <a:off x="1248526" y="223473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>
                <a:solidFill>
                  <a:schemeClr val="bg1"/>
                </a:solidFill>
              </a:rPr>
              <a:t>Sprint Goals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04F0F9-6E4C-3501-E2B6-72AB25858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945" y="2170667"/>
            <a:ext cx="4737533" cy="27373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400">
                <a:latin typeface="Calibri"/>
                <a:ea typeface="Calibri"/>
                <a:cs typeface="Calibri"/>
              </a:rPr>
              <a:t>Fix bugs from Sprint 1</a:t>
            </a:r>
            <a:endParaRPr lang="en-US" sz="34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3400">
                <a:latin typeface="Calibri"/>
                <a:ea typeface="Calibri"/>
                <a:cs typeface="Calibri"/>
              </a:rPr>
              <a:t>UI updates</a:t>
            </a:r>
            <a:endParaRPr lang="en-US" sz="34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3400">
                <a:latin typeface="Calibri"/>
                <a:ea typeface="Calibri"/>
                <a:cs typeface="Calibri"/>
              </a:rPr>
              <a:t>File validation</a:t>
            </a:r>
            <a:endParaRPr lang="en-US" sz="34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3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" name="Graphic 2" descr="Box with solid fill">
            <a:extLst>
              <a:ext uri="{FF2B5EF4-FFF2-40B4-BE49-F238E27FC236}">
                <a16:creationId xmlns:a16="http://schemas.microsoft.com/office/drawing/2014/main" id="{CCB9DA2F-7AA1-0C7A-BE5D-40C6476FD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0847" y="2547114"/>
            <a:ext cx="716667" cy="692555"/>
          </a:xfrm>
          <a:prstGeom prst="rect">
            <a:avLst/>
          </a:prstGeom>
        </p:spPr>
      </p:pic>
      <p:pic>
        <p:nvPicPr>
          <p:cNvPr id="4" name="Graphic 3" descr="Upload with solid fill">
            <a:extLst>
              <a:ext uri="{FF2B5EF4-FFF2-40B4-BE49-F238E27FC236}">
                <a16:creationId xmlns:a16="http://schemas.microsoft.com/office/drawing/2014/main" id="{8288C423-CD54-61F4-686D-EF5093D22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3227" y="4857216"/>
            <a:ext cx="629856" cy="625033"/>
          </a:xfrm>
          <a:prstGeom prst="rect">
            <a:avLst/>
          </a:prstGeom>
        </p:spPr>
      </p:pic>
      <p:pic>
        <p:nvPicPr>
          <p:cNvPr id="6" name="Graphic 5" descr="Ui Ux with solid fill">
            <a:extLst>
              <a:ext uri="{FF2B5EF4-FFF2-40B4-BE49-F238E27FC236}">
                <a16:creationId xmlns:a16="http://schemas.microsoft.com/office/drawing/2014/main" id="{C61EFFC8-E395-1C48-CBE5-48C0702D3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588" y="3672310"/>
            <a:ext cx="644325" cy="692552"/>
          </a:xfrm>
          <a:prstGeom prst="rect">
            <a:avLst/>
          </a:prstGeom>
        </p:spPr>
      </p:pic>
      <p:pic>
        <p:nvPicPr>
          <p:cNvPr id="8" name="Graphic 7" descr="Web design with solid fill">
            <a:extLst>
              <a:ext uri="{FF2B5EF4-FFF2-40B4-BE49-F238E27FC236}">
                <a16:creationId xmlns:a16="http://schemas.microsoft.com/office/drawing/2014/main" id="{8C4E9F44-8154-2DBC-C284-A38A06A30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293" y="3720581"/>
            <a:ext cx="615388" cy="620211"/>
          </a:xfrm>
          <a:prstGeom prst="rect">
            <a:avLst/>
          </a:prstGeom>
        </p:spPr>
      </p:pic>
      <p:pic>
        <p:nvPicPr>
          <p:cNvPr id="10" name="Graphic 9" descr="Bug with solid fill">
            <a:extLst>
              <a:ext uri="{FF2B5EF4-FFF2-40B4-BE49-F238E27FC236}">
                <a16:creationId xmlns:a16="http://schemas.microsoft.com/office/drawing/2014/main" id="{D242E1FF-B1BD-A662-1C59-13990DB33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667" y="2614802"/>
            <a:ext cx="528578" cy="528578"/>
          </a:xfrm>
          <a:prstGeom prst="rect">
            <a:avLst/>
          </a:prstGeom>
        </p:spPr>
      </p:pic>
      <p:pic>
        <p:nvPicPr>
          <p:cNvPr id="11" name="Graphic 10" descr="Shield Tick with solid fill">
            <a:extLst>
              <a:ext uri="{FF2B5EF4-FFF2-40B4-BE49-F238E27FC236}">
                <a16:creationId xmlns:a16="http://schemas.microsoft.com/office/drawing/2014/main" id="{371A1975-1552-A9D5-3A49-DB6F989FF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622" y="4798908"/>
            <a:ext cx="716666" cy="716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A77C88-CDF4-8764-7DC7-7FC1A21F7B27}"/>
              </a:ext>
            </a:extLst>
          </p:cNvPr>
          <p:cNvSpPr txBox="1"/>
          <p:nvPr/>
        </p:nvSpPr>
        <p:spPr>
          <a:xfrm>
            <a:off x="7220158" y="2184723"/>
            <a:ext cx="5286153" cy="3345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3400">
                <a:latin typeface="Calibri"/>
                <a:ea typeface="Calibri"/>
                <a:cs typeface="Calibri"/>
              </a:rPr>
              <a:t>Package with </a:t>
            </a:r>
            <a:r>
              <a:rPr lang="en-US" sz="3400" err="1">
                <a:latin typeface="Calibri"/>
                <a:ea typeface="Calibri"/>
                <a:cs typeface="Calibri"/>
              </a:rPr>
              <a:t>PyInstaller</a:t>
            </a:r>
            <a:endParaRPr lang="en-US"/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3400">
                <a:latin typeface="Calibri"/>
                <a:ea typeface="Calibri"/>
                <a:cs typeface="Calibri"/>
              </a:rPr>
              <a:t>Create log system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3400">
                <a:latin typeface="Calibri"/>
                <a:ea typeface="Calibri"/>
                <a:cs typeface="Calibri"/>
              </a:rPr>
              <a:t>Run app using VM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7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E76CE-2964-5D24-379C-4D5365DD3813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1F616-DACF-B578-15F1-F6C64A60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Sprint Achievements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779A6-BBCE-D4E3-83D6-9357435FF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37613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249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40621-7D89-7684-55BC-1E40E55D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5861E1-CA91-9A02-363B-E921573EAF49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A287C-7BB0-926E-7997-B86F7173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Sponsor Feedback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6AA63-15AD-C66E-AA04-1562684359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571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9BCF-8474-C7EE-F2E7-668C9C59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Backlogs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0835B-4E7D-E3F6-B707-BCB0EC215620}"/>
              </a:ext>
            </a:extLst>
          </p:cNvPr>
          <p:cNvSpPr txBox="1"/>
          <p:nvPr/>
        </p:nvSpPr>
        <p:spPr>
          <a:xfrm>
            <a:off x="164441" y="1831394"/>
            <a:ext cx="3327639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 b="1" u="sng">
                <a:latin typeface="Aptos"/>
                <a:cs typeface="Arial"/>
              </a:rPr>
              <a:t>Goals</a:t>
            </a:r>
            <a:endParaRPr lang="en-US" sz="2300">
              <a:latin typeface="Aptos"/>
            </a:endParaRPr>
          </a:p>
          <a:p>
            <a:pPr marL="457200" indent="-457200">
              <a:buAutoNum type="arabicPeriod"/>
            </a:pPr>
            <a:r>
              <a:rPr lang="en-US" sz="2300">
                <a:latin typeface="Aptos"/>
                <a:cs typeface="Arial"/>
              </a:rPr>
              <a:t>Continue added visualization functionality</a:t>
            </a:r>
            <a:br>
              <a:rPr lang="en-US" sz="2300">
                <a:latin typeface="Aptos"/>
                <a:cs typeface="Arial"/>
              </a:rPr>
            </a:br>
            <a:endParaRPr lang="en-US" sz="2300">
              <a:latin typeface="Aptos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300">
                <a:latin typeface="Aptos"/>
                <a:cs typeface="Arial"/>
              </a:rPr>
              <a:t>Focus on security through complete file validation</a:t>
            </a:r>
            <a:br>
              <a:rPr lang="en-US" sz="2300">
                <a:latin typeface="Aptos"/>
                <a:cs typeface="Arial"/>
              </a:rPr>
            </a:br>
            <a:endParaRPr lang="en-US" sz="2300">
              <a:latin typeface="Aptos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300">
                <a:latin typeface="Aptos"/>
                <a:cs typeface="Arial"/>
              </a:rPr>
              <a:t>Prepare for ganglion and flanker task connectivity</a:t>
            </a:r>
            <a:endParaRPr lang="en-US">
              <a:latin typeface="Aptos"/>
              <a:cs typeface="Arial"/>
            </a:endParaRPr>
          </a:p>
          <a:p>
            <a:pPr algn="l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1EB1FA-3305-6BF8-81D9-7F2F2EDFB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2" r="66"/>
          <a:stretch>
            <a:fillRect/>
          </a:stretch>
        </p:blipFill>
        <p:spPr>
          <a:xfrm>
            <a:off x="3657956" y="1507528"/>
            <a:ext cx="7963779" cy="51998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0552B2-16B9-6801-8773-205F72459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F6CD1E-8F71-29D4-CB56-82CB8D5EE019}"/>
              </a:ext>
            </a:extLst>
          </p:cNvPr>
          <p:cNvSpPr>
            <a:spLocks noGrp="1"/>
          </p:cNvSpPr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chemeClr val="bg1"/>
                </a:solidFill>
              </a:rPr>
              <a:t>Backlogs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981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C5680-52E7-76B3-0F00-D5F16B9B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13A6B3-A473-239D-60B2-BCCEA5913850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B8494-07CC-9060-C6FB-936D2B61F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Cyber Advising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AA0D03-89ED-AAA2-3B43-9DF9AA750A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86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7766E-A75B-F948-8E16-710472AD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50181-BA43-7B28-1F17-55395D02F850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E3DBB-2912-EA09-628A-3EA87AAC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Adjustments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E5768E-EAAE-0864-5AE8-2C9E6A3283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38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6CB41E-66A7-53C5-DA86-7EF16BC9B7AD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C3C6A-6B1C-72BB-6FF6-FCDE6353C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998057"/>
              </p:ext>
            </p:extLst>
          </p:nvPr>
        </p:nvGraphicFramePr>
        <p:xfrm>
          <a:off x="386235" y="2618377"/>
          <a:ext cx="11415174" cy="3655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9" name="Title 1">
            <a:extLst>
              <a:ext uri="{FF2B5EF4-FFF2-40B4-BE49-F238E27FC236}">
                <a16:creationId xmlns:a16="http://schemas.microsoft.com/office/drawing/2014/main" id="{A0158F97-D83D-EE6D-9552-3FF4E0663859}"/>
              </a:ext>
            </a:extLst>
          </p:cNvPr>
          <p:cNvSpPr txBox="1">
            <a:spLocks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>
                <a:solidFill>
                  <a:schemeClr val="bg1"/>
                </a:solidFill>
              </a:rPr>
              <a:t>Member Contributions</a:t>
            </a:r>
          </a:p>
        </p:txBody>
      </p:sp>
    </p:spTree>
    <p:extLst>
      <p:ext uri="{BB962C8B-B14F-4D97-AF65-F5344CB8AC3E}">
        <p14:creationId xmlns:p14="http://schemas.microsoft.com/office/powerpoint/2010/main" val="296517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52C83-5BB7-832C-C309-CED1213C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4F4C7-F031-1783-2AAA-B0847E5410ED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8A163-E379-4534-C8C0-7D3760AE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Member Contributions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AE8B57-A02B-D03B-BA81-507D1BD09F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339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D9F93-8360-6249-E7B0-1F8D882D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8807FD-9583-5DE2-9254-BD7B82AA83F1}"/>
              </a:ext>
            </a:extLst>
          </p:cNvPr>
          <p:cNvSpPr/>
          <p:nvPr/>
        </p:nvSpPr>
        <p:spPr>
          <a:xfrm>
            <a:off x="-2518" y="528428"/>
            <a:ext cx="12191929" cy="1222746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F02A94-A3D4-86BD-C15B-8B5F70CDD6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439768"/>
              </p:ext>
            </p:extLst>
          </p:nvPr>
        </p:nvGraphicFramePr>
        <p:xfrm>
          <a:off x="386235" y="2224419"/>
          <a:ext cx="11415174" cy="3655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9" name="Title 1">
            <a:extLst>
              <a:ext uri="{FF2B5EF4-FFF2-40B4-BE49-F238E27FC236}">
                <a16:creationId xmlns:a16="http://schemas.microsoft.com/office/drawing/2014/main" id="{24523792-F51D-E0ED-65D3-3A21AF006B95}"/>
              </a:ext>
            </a:extLst>
          </p:cNvPr>
          <p:cNvSpPr txBox="1">
            <a:spLocks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>
                <a:solidFill>
                  <a:schemeClr val="bg1"/>
                </a:solidFill>
              </a:rPr>
              <a:t>Technology Used</a:t>
            </a:r>
          </a:p>
        </p:txBody>
      </p:sp>
      <p:sp>
        <p:nvSpPr>
          <p:cNvPr id="1305" name="TextBox 2">
            <a:extLst>
              <a:ext uri="{FF2B5EF4-FFF2-40B4-BE49-F238E27FC236}">
                <a16:creationId xmlns:a16="http://schemas.microsoft.com/office/drawing/2014/main" id="{15B8D506-51BB-DFAC-E030-69C4D401D0D1}"/>
              </a:ext>
            </a:extLst>
          </p:cNvPr>
          <p:cNvSpPr txBox="1"/>
          <p:nvPr/>
        </p:nvSpPr>
        <p:spPr>
          <a:xfrm>
            <a:off x="13876" y="5725007"/>
            <a:ext cx="12163499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Tech choices were made based off observed standard practices in open-source tutorials.</a:t>
            </a:r>
          </a:p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They have worked well for us, though the EEG hardware has required the most preparation.</a:t>
            </a:r>
          </a:p>
        </p:txBody>
      </p:sp>
    </p:spTree>
    <p:extLst>
      <p:ext uri="{BB962C8B-B14F-4D97-AF65-F5344CB8AC3E}">
        <p14:creationId xmlns:p14="http://schemas.microsoft.com/office/powerpoint/2010/main" val="2551976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44E200-3375-DEBB-77F5-80FAD5E33FE1}"/>
              </a:ext>
            </a:extLst>
          </p:cNvPr>
          <p:cNvSpPr>
            <a:spLocks noGrp="1"/>
          </p:cNvSpPr>
          <p:nvPr/>
        </p:nvSpPr>
        <p:spPr>
          <a:xfrm>
            <a:off x="489144" y="653834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chemeClr val="bg1"/>
                </a:solidFill>
              </a:rPr>
              <a:t>Live Demo</a:t>
            </a:r>
            <a:endParaRPr lang="en-US" sz="3600" kern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24D8A-EEEF-24D6-C991-D2A6F3DAB06A}"/>
              </a:ext>
            </a:extLst>
          </p:cNvPr>
          <p:cNvSpPr/>
          <p:nvPr/>
        </p:nvSpPr>
        <p:spPr>
          <a:xfrm>
            <a:off x="-2589" y="2361590"/>
            <a:ext cx="12197184" cy="2138719"/>
          </a:xfrm>
          <a:prstGeom prst="rect">
            <a:avLst/>
          </a:prstGeom>
          <a:solidFill>
            <a:srgbClr val="0E2841"/>
          </a:solidFill>
          <a:ln>
            <a:solidFill>
              <a:srgbClr val="253A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F7710-733D-6E1D-C90B-D32F4613F76D}"/>
              </a:ext>
            </a:extLst>
          </p:cNvPr>
          <p:cNvSpPr txBox="1"/>
          <p:nvPr/>
        </p:nvSpPr>
        <p:spPr>
          <a:xfrm>
            <a:off x="3961197" y="3043383"/>
            <a:ext cx="426447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42989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EEG-Based Error Related Potentials</vt:lpstr>
      <vt:lpstr>Project Focus</vt:lpstr>
      <vt:lpstr>PowerPoint Presentation</vt:lpstr>
      <vt:lpstr>Sprint Achievements</vt:lpstr>
      <vt:lpstr>Sponsor Feedback</vt:lpstr>
      <vt:lpstr>Backlogs</vt:lpstr>
      <vt:lpstr>Cyber Advising</vt:lpstr>
      <vt:lpstr>Adjustments</vt:lpstr>
      <vt:lpstr>PowerPoint Presentation</vt:lpstr>
      <vt:lpstr>Member Contributions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2026-03-12T19:18:19Z</dcterms:created>
  <dcterms:modified xsi:type="dcterms:W3CDTF">2026-03-24T17:52:48Z</dcterms:modified>
</cp:coreProperties>
</file>